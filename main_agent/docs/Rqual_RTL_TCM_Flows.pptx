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10"/>
  </p:sldMasterIdLst>
  <p:notesMasterIdLst>
    <p:notesMasterId r:id="rId29"/>
  </p:notesMasterIdLst>
  <p:handoutMasterIdLst>
    <p:handoutMasterId r:id="rId30"/>
  </p:handoutMasterIdLst>
  <p:sldIdLst>
    <p:sldId id="2147482798" r:id="rId11"/>
    <p:sldId id="2147482800" r:id="rId12"/>
    <p:sldId id="2147482781" r:id="rId13"/>
    <p:sldId id="2147482815" r:id="rId14"/>
    <p:sldId id="2147482839" r:id="rId15"/>
    <p:sldId id="2147482821" r:id="rId16"/>
    <p:sldId id="2147482819" r:id="rId17"/>
    <p:sldId id="2147482808" r:id="rId18"/>
    <p:sldId id="2147482823" r:id="rId19"/>
    <p:sldId id="2147482827" r:id="rId20"/>
    <p:sldId id="2147482828" r:id="rId21"/>
    <p:sldId id="2147482834" r:id="rId22"/>
    <p:sldId id="2147482830" r:id="rId23"/>
    <p:sldId id="2147482831" r:id="rId24"/>
    <p:sldId id="2147482833" r:id="rId25"/>
    <p:sldId id="2147482813" r:id="rId26"/>
    <p:sldId id="2147482836" r:id="rId27"/>
    <p:sldId id="2147482838" r:id="rId2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F1B9"/>
    <a:srgbClr val="D0F8BF"/>
    <a:srgbClr val="D8FEFF"/>
    <a:srgbClr val="8D8C95"/>
    <a:srgbClr val="000000"/>
    <a:srgbClr val="FCDBB6"/>
    <a:srgbClr val="B8CBE6"/>
    <a:srgbClr val="00C2DE"/>
    <a:srgbClr val="262626"/>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B4B735-0566-4FC6-BB95-B6FBD33EDBAB}" v="382" dt="2026-02-17T11:53:19.3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08" y="21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theme" Target="theme/theme1.xml"/><Relationship Id="rId7" Type="http://schemas.openxmlformats.org/officeDocument/2006/relationships/customXml" Target="../customXml/item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microsoft.com/office/2016/11/relationships/changesInfo" Target="changesInfos/changesInfo1.xml"/><Relationship Id="rId10" Type="http://schemas.openxmlformats.org/officeDocument/2006/relationships/slideMaster" Target="slideMasters/slideMaster1.xml"/><Relationship Id="rId19" Type="http://schemas.openxmlformats.org/officeDocument/2006/relationships/slide" Target="slides/slide9.xml"/><Relationship Id="rId31"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customXml" Target="../customXml/item8.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i, Vidhu" userId="79d2d420-9c8c-4feb-9e7f-bb1bc85f2944" providerId="ADAL" clId="{71EBAE21-1CAC-401E-B869-1849426D59BD}"/>
    <pc:docChg chg="undo custSel addSld delSld modSld sldOrd">
      <pc:chgData name="Joshi, Vidhu" userId="79d2d420-9c8c-4feb-9e7f-bb1bc85f2944" providerId="ADAL" clId="{71EBAE21-1CAC-401E-B869-1849426D59BD}" dt="2026-02-17T11:53:27.584" v="4278" actId="47"/>
      <pc:docMkLst>
        <pc:docMk/>
      </pc:docMkLst>
      <pc:sldChg chg="modSp mod ord">
        <pc:chgData name="Joshi, Vidhu" userId="79d2d420-9c8c-4feb-9e7f-bb1bc85f2944" providerId="ADAL" clId="{71EBAE21-1CAC-401E-B869-1849426D59BD}" dt="2026-02-11T09:15:49.374" v="3934"/>
        <pc:sldMkLst>
          <pc:docMk/>
          <pc:sldMk cId="4041293855" sldId="2147482781"/>
        </pc:sldMkLst>
        <pc:spChg chg="mod">
          <ac:chgData name="Joshi, Vidhu" userId="79d2d420-9c8c-4feb-9e7f-bb1bc85f2944" providerId="ADAL" clId="{71EBAE21-1CAC-401E-B869-1849426D59BD}" dt="2026-02-10T09:09:01.839" v="2496" actId="403"/>
          <ac:spMkLst>
            <pc:docMk/>
            <pc:sldMk cId="4041293855" sldId="2147482781"/>
            <ac:spMk id="5" creationId="{E0608BFD-CB01-6D00-1CA9-F221BEAEE33A}"/>
          </ac:spMkLst>
        </pc:spChg>
        <pc:graphicFrameChg chg="modGraphic">
          <ac:chgData name="Joshi, Vidhu" userId="79d2d420-9c8c-4feb-9e7f-bb1bc85f2944" providerId="ADAL" clId="{71EBAE21-1CAC-401E-B869-1849426D59BD}" dt="2026-02-10T10:22:42.263" v="3615" actId="404"/>
          <ac:graphicFrameMkLst>
            <pc:docMk/>
            <pc:sldMk cId="4041293855" sldId="2147482781"/>
            <ac:graphicFrameMk id="8" creationId="{E165E3ED-6215-A5BF-B58A-CB4DC77FF518}"/>
          </ac:graphicFrameMkLst>
        </pc:graphicFrameChg>
      </pc:sldChg>
      <pc:sldChg chg="modSp mod">
        <pc:chgData name="Joshi, Vidhu" userId="79d2d420-9c8c-4feb-9e7f-bb1bc85f2944" providerId="ADAL" clId="{71EBAE21-1CAC-401E-B869-1849426D59BD}" dt="2026-02-06T14:02:18.703" v="1170" actId="20577"/>
        <pc:sldMkLst>
          <pc:docMk/>
          <pc:sldMk cId="1893300773" sldId="2147482798"/>
        </pc:sldMkLst>
        <pc:spChg chg="mod">
          <ac:chgData name="Joshi, Vidhu" userId="79d2d420-9c8c-4feb-9e7f-bb1bc85f2944" providerId="ADAL" clId="{71EBAE21-1CAC-401E-B869-1849426D59BD}" dt="2026-02-06T14:02:18.703" v="1170" actId="20577"/>
          <ac:spMkLst>
            <pc:docMk/>
            <pc:sldMk cId="1893300773" sldId="2147482798"/>
            <ac:spMk id="4" creationId="{92D4D9CA-F34A-7824-0DAE-1C328DB20EF9}"/>
          </ac:spMkLst>
        </pc:spChg>
      </pc:sldChg>
      <pc:sldChg chg="addSp delSp modSp mod modClrScheme chgLayout">
        <pc:chgData name="Joshi, Vidhu" userId="79d2d420-9c8c-4feb-9e7f-bb1bc85f2944" providerId="ADAL" clId="{71EBAE21-1CAC-401E-B869-1849426D59BD}" dt="2026-02-11T09:16:20.184" v="3947" actId="20577"/>
        <pc:sldMkLst>
          <pc:docMk/>
          <pc:sldMk cId="2734482390" sldId="2147482800"/>
        </pc:sldMkLst>
        <pc:spChg chg="mod">
          <ac:chgData name="Joshi, Vidhu" userId="79d2d420-9c8c-4feb-9e7f-bb1bc85f2944" providerId="ADAL" clId="{71EBAE21-1CAC-401E-B869-1849426D59BD}" dt="2026-02-10T09:08:04.169" v="2482" actId="26606"/>
          <ac:spMkLst>
            <pc:docMk/>
            <pc:sldMk cId="2734482390" sldId="2147482800"/>
            <ac:spMk id="2" creationId="{16B7D17A-31F6-0293-F192-F6D54317DD9F}"/>
          </ac:spMkLst>
        </pc:spChg>
        <pc:graphicFrameChg chg="add mod modGraphic">
          <ac:chgData name="Joshi, Vidhu" userId="79d2d420-9c8c-4feb-9e7f-bb1bc85f2944" providerId="ADAL" clId="{71EBAE21-1CAC-401E-B869-1849426D59BD}" dt="2026-02-11T09:16:20.184" v="3947" actId="20577"/>
          <ac:graphicFrameMkLst>
            <pc:docMk/>
            <pc:sldMk cId="2734482390" sldId="2147482800"/>
            <ac:graphicFrameMk id="15" creationId="{4B34603E-46AB-8674-A0FF-4E0F67A400DE}"/>
          </ac:graphicFrameMkLst>
        </pc:graphicFrameChg>
      </pc:sldChg>
      <pc:sldChg chg="addSp delSp modSp mod ord delAnim modAnim">
        <pc:chgData name="Joshi, Vidhu" userId="79d2d420-9c8c-4feb-9e7f-bb1bc85f2944" providerId="ADAL" clId="{71EBAE21-1CAC-401E-B869-1849426D59BD}" dt="2026-02-11T14:35:05.559" v="4145" actId="1076"/>
        <pc:sldMkLst>
          <pc:docMk/>
          <pc:sldMk cId="3063128838" sldId="2147482808"/>
        </pc:sldMkLst>
        <pc:spChg chg="mod">
          <ac:chgData name="Joshi, Vidhu" userId="79d2d420-9c8c-4feb-9e7f-bb1bc85f2944" providerId="ADAL" clId="{71EBAE21-1CAC-401E-B869-1849426D59BD}" dt="2026-02-10T10:23:30.374" v="3621" actId="6549"/>
          <ac:spMkLst>
            <pc:docMk/>
            <pc:sldMk cId="3063128838" sldId="2147482808"/>
            <ac:spMk id="5" creationId="{A10B723D-5806-E984-36DE-C5A06D3807C7}"/>
          </ac:spMkLst>
        </pc:spChg>
        <pc:spChg chg="mod">
          <ac:chgData name="Joshi, Vidhu" userId="79d2d420-9c8c-4feb-9e7f-bb1bc85f2944" providerId="ADAL" clId="{71EBAE21-1CAC-401E-B869-1849426D59BD}" dt="2026-02-10T09:08:40.956" v="2493" actId="2711"/>
          <ac:spMkLst>
            <pc:docMk/>
            <pc:sldMk cId="3063128838" sldId="2147482808"/>
            <ac:spMk id="9" creationId="{8F3633DE-9D71-5DD8-1850-F4E3DBB25388}"/>
          </ac:spMkLst>
        </pc:spChg>
        <pc:spChg chg="mod">
          <ac:chgData name="Joshi, Vidhu" userId="79d2d420-9c8c-4feb-9e7f-bb1bc85f2944" providerId="ADAL" clId="{71EBAE21-1CAC-401E-B869-1849426D59BD}" dt="2026-02-11T14:35:05.559" v="4145" actId="1076"/>
          <ac:spMkLst>
            <pc:docMk/>
            <pc:sldMk cId="3063128838" sldId="2147482808"/>
            <ac:spMk id="14" creationId="{B8DDA12E-BBE9-3183-0F51-4A93D6B6FBF4}"/>
          </ac:spMkLst>
        </pc:spChg>
        <pc:spChg chg="mod">
          <ac:chgData name="Joshi, Vidhu" userId="79d2d420-9c8c-4feb-9e7f-bb1bc85f2944" providerId="ADAL" clId="{71EBAE21-1CAC-401E-B869-1849426D59BD}" dt="2026-02-10T09:20:49.584" v="2569" actId="1076"/>
          <ac:spMkLst>
            <pc:docMk/>
            <pc:sldMk cId="3063128838" sldId="2147482808"/>
            <ac:spMk id="18" creationId="{0E013301-F1B3-443F-B82B-B4D79CBFF1ED}"/>
          </ac:spMkLst>
        </pc:spChg>
        <pc:spChg chg="mod">
          <ac:chgData name="Joshi, Vidhu" userId="79d2d420-9c8c-4feb-9e7f-bb1bc85f2944" providerId="ADAL" clId="{71EBAE21-1CAC-401E-B869-1849426D59BD}" dt="2026-02-10T10:24:05.168" v="3623" actId="14100"/>
          <ac:spMkLst>
            <pc:docMk/>
            <pc:sldMk cId="3063128838" sldId="2147482808"/>
            <ac:spMk id="19" creationId="{CB9583E6-364D-2026-E315-A399ED350543}"/>
          </ac:spMkLst>
        </pc:spChg>
        <pc:spChg chg="mod">
          <ac:chgData name="Joshi, Vidhu" userId="79d2d420-9c8c-4feb-9e7f-bb1bc85f2944" providerId="ADAL" clId="{71EBAE21-1CAC-401E-B869-1849426D59BD}" dt="2026-02-10T09:08:40.956" v="2493" actId="2711"/>
          <ac:spMkLst>
            <pc:docMk/>
            <pc:sldMk cId="3063128838" sldId="2147482808"/>
            <ac:spMk id="20" creationId="{1528D656-5D43-B74C-B4CC-C0426C348866}"/>
          </ac:spMkLst>
        </pc:spChg>
        <pc:spChg chg="mod">
          <ac:chgData name="Joshi, Vidhu" userId="79d2d420-9c8c-4feb-9e7f-bb1bc85f2944" providerId="ADAL" clId="{71EBAE21-1CAC-401E-B869-1849426D59BD}" dt="2026-02-10T09:08:40.956" v="2493" actId="2711"/>
          <ac:spMkLst>
            <pc:docMk/>
            <pc:sldMk cId="3063128838" sldId="2147482808"/>
            <ac:spMk id="45" creationId="{6D69EA94-DFFA-07AC-2F0C-6CBBC526AFDE}"/>
          </ac:spMkLst>
        </pc:spChg>
        <pc:spChg chg="mod">
          <ac:chgData name="Joshi, Vidhu" userId="79d2d420-9c8c-4feb-9e7f-bb1bc85f2944" providerId="ADAL" clId="{71EBAE21-1CAC-401E-B869-1849426D59BD}" dt="2026-02-10T09:20:47.472" v="2567" actId="14100"/>
          <ac:spMkLst>
            <pc:docMk/>
            <pc:sldMk cId="3063128838" sldId="2147482808"/>
            <ac:spMk id="46" creationId="{0DCBFAF7-AAD7-3397-1155-013DFD39E9C3}"/>
          </ac:spMkLst>
        </pc:spChg>
        <pc:spChg chg="mod">
          <ac:chgData name="Joshi, Vidhu" userId="79d2d420-9c8c-4feb-9e7f-bb1bc85f2944" providerId="ADAL" clId="{71EBAE21-1CAC-401E-B869-1849426D59BD}" dt="2026-02-10T09:20:54.190" v="2571" actId="1076"/>
          <ac:spMkLst>
            <pc:docMk/>
            <pc:sldMk cId="3063128838" sldId="2147482808"/>
            <ac:spMk id="47" creationId="{DC5445B6-E078-79DC-6783-22A7C6F31094}"/>
          </ac:spMkLst>
        </pc:spChg>
        <pc:spChg chg="mod">
          <ac:chgData name="Joshi, Vidhu" userId="79d2d420-9c8c-4feb-9e7f-bb1bc85f2944" providerId="ADAL" clId="{71EBAE21-1CAC-401E-B869-1849426D59BD}" dt="2026-02-10T09:21:04.339" v="2573" actId="14100"/>
          <ac:spMkLst>
            <pc:docMk/>
            <pc:sldMk cId="3063128838" sldId="2147482808"/>
            <ac:spMk id="50" creationId="{2F0F14CB-49F2-F81E-FFE1-72B089246A94}"/>
          </ac:spMkLst>
        </pc:spChg>
        <pc:spChg chg="mod">
          <ac:chgData name="Joshi, Vidhu" userId="79d2d420-9c8c-4feb-9e7f-bb1bc85f2944" providerId="ADAL" clId="{71EBAE21-1CAC-401E-B869-1849426D59BD}" dt="2026-02-10T09:08:40.956" v="2493" actId="2711"/>
          <ac:spMkLst>
            <pc:docMk/>
            <pc:sldMk cId="3063128838" sldId="2147482808"/>
            <ac:spMk id="51" creationId="{E2831A17-BFFB-F194-FD51-1B5370E8E96B}"/>
          </ac:spMkLst>
        </pc:spChg>
        <pc:spChg chg="mod">
          <ac:chgData name="Joshi, Vidhu" userId="79d2d420-9c8c-4feb-9e7f-bb1bc85f2944" providerId="ADAL" clId="{71EBAE21-1CAC-401E-B869-1849426D59BD}" dt="2026-02-10T09:08:40.956" v="2493" actId="2711"/>
          <ac:spMkLst>
            <pc:docMk/>
            <pc:sldMk cId="3063128838" sldId="2147482808"/>
            <ac:spMk id="52" creationId="{9260D112-436B-A338-7749-EEF906662E98}"/>
          </ac:spMkLst>
        </pc:spChg>
        <pc:spChg chg="mod">
          <ac:chgData name="Joshi, Vidhu" userId="79d2d420-9c8c-4feb-9e7f-bb1bc85f2944" providerId="ADAL" clId="{71EBAE21-1CAC-401E-B869-1849426D59BD}" dt="2026-02-10T09:08:40.956" v="2493" actId="2711"/>
          <ac:spMkLst>
            <pc:docMk/>
            <pc:sldMk cId="3063128838" sldId="2147482808"/>
            <ac:spMk id="55" creationId="{A27596E3-5978-C851-685A-1AE98DC47522}"/>
          </ac:spMkLst>
        </pc:spChg>
        <pc:spChg chg="mod">
          <ac:chgData name="Joshi, Vidhu" userId="79d2d420-9c8c-4feb-9e7f-bb1bc85f2944" providerId="ADAL" clId="{71EBAE21-1CAC-401E-B869-1849426D59BD}" dt="2026-02-10T09:08:40.956" v="2493" actId="2711"/>
          <ac:spMkLst>
            <pc:docMk/>
            <pc:sldMk cId="3063128838" sldId="2147482808"/>
            <ac:spMk id="63" creationId="{77BF231C-D89E-9CCE-23F2-8F625A32CB13}"/>
          </ac:spMkLst>
        </pc:spChg>
        <pc:cxnChg chg="mod">
          <ac:chgData name="Joshi, Vidhu" userId="79d2d420-9c8c-4feb-9e7f-bb1bc85f2944" providerId="ADAL" clId="{71EBAE21-1CAC-401E-B869-1849426D59BD}" dt="2026-02-10T09:20:47.472" v="2567" actId="14100"/>
          <ac:cxnSpMkLst>
            <pc:docMk/>
            <pc:sldMk cId="3063128838" sldId="2147482808"/>
            <ac:cxnSpMk id="48" creationId="{DCDAF432-495B-9EAB-8649-A5EB8D9E5062}"/>
          </ac:cxnSpMkLst>
        </pc:cxnChg>
      </pc:sldChg>
      <pc:sldChg chg="addSp delSp modSp mod modClrScheme chgLayout">
        <pc:chgData name="Joshi, Vidhu" userId="79d2d420-9c8c-4feb-9e7f-bb1bc85f2944" providerId="ADAL" clId="{71EBAE21-1CAC-401E-B869-1849426D59BD}" dt="2026-02-12T02:53:52.118" v="4227" actId="20577"/>
        <pc:sldMkLst>
          <pc:docMk/>
          <pc:sldMk cId="2965818154" sldId="2147482813"/>
        </pc:sldMkLst>
        <pc:spChg chg="mod">
          <ac:chgData name="Joshi, Vidhu" userId="79d2d420-9c8c-4feb-9e7f-bb1bc85f2944" providerId="ADAL" clId="{71EBAE21-1CAC-401E-B869-1849426D59BD}" dt="2026-02-09T17:40:13.846" v="2433" actId="1076"/>
          <ac:spMkLst>
            <pc:docMk/>
            <pc:sldMk cId="2965818154" sldId="2147482813"/>
            <ac:spMk id="2" creationId="{62B0A321-5171-13BF-33B3-F343834F7E3B}"/>
          </ac:spMkLst>
        </pc:spChg>
        <pc:spChg chg="mod ord">
          <ac:chgData name="Joshi, Vidhu" userId="79d2d420-9c8c-4feb-9e7f-bb1bc85f2944" providerId="ADAL" clId="{71EBAE21-1CAC-401E-B869-1849426D59BD}" dt="2026-02-12T02:53:52.118" v="4227" actId="20577"/>
          <ac:spMkLst>
            <pc:docMk/>
            <pc:sldMk cId="2965818154" sldId="2147482813"/>
            <ac:spMk id="3" creationId="{19B58EC5-2D97-AC5E-AE14-103C7184A621}"/>
          </ac:spMkLst>
        </pc:spChg>
        <pc:spChg chg="add mod">
          <ac:chgData name="Joshi, Vidhu" userId="79d2d420-9c8c-4feb-9e7f-bb1bc85f2944" providerId="ADAL" clId="{71EBAE21-1CAC-401E-B869-1849426D59BD}" dt="2026-02-09T15:29:13.509" v="2350" actId="207"/>
          <ac:spMkLst>
            <pc:docMk/>
            <pc:sldMk cId="2965818154" sldId="2147482813"/>
            <ac:spMk id="10" creationId="{B10AB85C-6163-7848-5D86-93E0609AFF31}"/>
          </ac:spMkLst>
        </pc:spChg>
        <pc:picChg chg="add mod">
          <ac:chgData name="Joshi, Vidhu" userId="79d2d420-9c8c-4feb-9e7f-bb1bc85f2944" providerId="ADAL" clId="{71EBAE21-1CAC-401E-B869-1849426D59BD}" dt="2026-02-09T15:28:32.343" v="2329" actId="1076"/>
          <ac:picMkLst>
            <pc:docMk/>
            <pc:sldMk cId="2965818154" sldId="2147482813"/>
            <ac:picMk id="8" creationId="{628F663F-CC80-C7D5-5185-49533F8CFB37}"/>
          </ac:picMkLst>
        </pc:picChg>
      </pc:sldChg>
      <pc:sldChg chg="modSp mod">
        <pc:chgData name="Joshi, Vidhu" userId="79d2d420-9c8c-4feb-9e7f-bb1bc85f2944" providerId="ADAL" clId="{71EBAE21-1CAC-401E-B869-1849426D59BD}" dt="2026-02-10T09:08:50.036" v="2495" actId="27636"/>
        <pc:sldMkLst>
          <pc:docMk/>
          <pc:sldMk cId="4001300852" sldId="2147482815"/>
        </pc:sldMkLst>
        <pc:spChg chg="mod">
          <ac:chgData name="Joshi, Vidhu" userId="79d2d420-9c8c-4feb-9e7f-bb1bc85f2944" providerId="ADAL" clId="{71EBAE21-1CAC-401E-B869-1849426D59BD}" dt="2026-02-10T09:08:50.036" v="2495" actId="27636"/>
          <ac:spMkLst>
            <pc:docMk/>
            <pc:sldMk cId="4001300852" sldId="2147482815"/>
            <ac:spMk id="2" creationId="{4B688282-01B4-87FD-6566-C5033B493DBE}"/>
          </ac:spMkLst>
        </pc:spChg>
        <pc:graphicFrameChg chg="modGraphic">
          <ac:chgData name="Joshi, Vidhu" userId="79d2d420-9c8c-4feb-9e7f-bb1bc85f2944" providerId="ADAL" clId="{71EBAE21-1CAC-401E-B869-1849426D59BD}" dt="2026-02-06T14:05:31.303" v="1253" actId="20577"/>
          <ac:graphicFrameMkLst>
            <pc:docMk/>
            <pc:sldMk cId="4001300852" sldId="2147482815"/>
            <ac:graphicFrameMk id="5" creationId="{F1523CCE-A99A-8DFF-176C-C4529F62E315}"/>
          </ac:graphicFrameMkLst>
        </pc:graphicFrameChg>
      </pc:sldChg>
      <pc:sldChg chg="addSp delSp modSp add mod delAnim modAnim">
        <pc:chgData name="Joshi, Vidhu" userId="79d2d420-9c8c-4feb-9e7f-bb1bc85f2944" providerId="ADAL" clId="{71EBAE21-1CAC-401E-B869-1849426D59BD}" dt="2026-02-11T14:34:29.983" v="4140" actId="14100"/>
        <pc:sldMkLst>
          <pc:docMk/>
          <pc:sldMk cId="2630118568" sldId="2147482819"/>
        </pc:sldMkLst>
        <pc:spChg chg="mod">
          <ac:chgData name="Joshi, Vidhu" userId="79d2d420-9c8c-4feb-9e7f-bb1bc85f2944" providerId="ADAL" clId="{71EBAE21-1CAC-401E-B869-1849426D59BD}" dt="2026-02-10T09:45:39.658" v="2835" actId="1076"/>
          <ac:spMkLst>
            <pc:docMk/>
            <pc:sldMk cId="2630118568" sldId="2147482819"/>
            <ac:spMk id="2" creationId="{23FAB9A4-4A4F-3B76-1336-2AABE3ABE808}"/>
          </ac:spMkLst>
        </pc:spChg>
        <pc:spChg chg="add mod">
          <ac:chgData name="Joshi, Vidhu" userId="79d2d420-9c8c-4feb-9e7f-bb1bc85f2944" providerId="ADAL" clId="{71EBAE21-1CAC-401E-B869-1849426D59BD}" dt="2026-02-11T14:33:44.032" v="4123" actId="14100"/>
          <ac:spMkLst>
            <pc:docMk/>
            <pc:sldMk cId="2630118568" sldId="2147482819"/>
            <ac:spMk id="3" creationId="{0A1EA8D1-F5ED-E908-DAD5-A712835787CE}"/>
          </ac:spMkLst>
        </pc:spChg>
        <pc:spChg chg="add mod">
          <ac:chgData name="Joshi, Vidhu" userId="79d2d420-9c8c-4feb-9e7f-bb1bc85f2944" providerId="ADAL" clId="{71EBAE21-1CAC-401E-B869-1849426D59BD}" dt="2026-02-11T14:33:50.033" v="4125" actId="14100"/>
          <ac:spMkLst>
            <pc:docMk/>
            <pc:sldMk cId="2630118568" sldId="2147482819"/>
            <ac:spMk id="5" creationId="{1AC38175-9356-E25F-6199-1949A8250201}"/>
          </ac:spMkLst>
        </pc:spChg>
        <pc:spChg chg="add mod">
          <ac:chgData name="Joshi, Vidhu" userId="79d2d420-9c8c-4feb-9e7f-bb1bc85f2944" providerId="ADAL" clId="{71EBAE21-1CAC-401E-B869-1849426D59BD}" dt="2026-02-10T09:43:59.432" v="2811" actId="1076"/>
          <ac:spMkLst>
            <pc:docMk/>
            <pc:sldMk cId="2630118568" sldId="2147482819"/>
            <ac:spMk id="23" creationId="{AFFCA972-7B1C-7661-83EB-F3D1ED00FBAB}"/>
          </ac:spMkLst>
        </pc:spChg>
        <pc:spChg chg="add mod">
          <ac:chgData name="Joshi, Vidhu" userId="79d2d420-9c8c-4feb-9e7f-bb1bc85f2944" providerId="ADAL" clId="{71EBAE21-1CAC-401E-B869-1849426D59BD}" dt="2026-02-10T10:15:54.487" v="3395" actId="1076"/>
          <ac:spMkLst>
            <pc:docMk/>
            <pc:sldMk cId="2630118568" sldId="2147482819"/>
            <ac:spMk id="24" creationId="{7007C974-ECE0-6638-F52B-7F570085FD29}"/>
          </ac:spMkLst>
        </pc:spChg>
        <pc:spChg chg="add mod">
          <ac:chgData name="Joshi, Vidhu" userId="79d2d420-9c8c-4feb-9e7f-bb1bc85f2944" providerId="ADAL" clId="{71EBAE21-1CAC-401E-B869-1849426D59BD}" dt="2026-02-11T14:33:33.574" v="4120" actId="14100"/>
          <ac:spMkLst>
            <pc:docMk/>
            <pc:sldMk cId="2630118568" sldId="2147482819"/>
            <ac:spMk id="25" creationId="{D6ABF3D1-A25A-A20D-A44B-99A80E90378C}"/>
          </ac:spMkLst>
        </pc:spChg>
        <pc:spChg chg="add mod">
          <ac:chgData name="Joshi, Vidhu" userId="79d2d420-9c8c-4feb-9e7f-bb1bc85f2944" providerId="ADAL" clId="{71EBAE21-1CAC-401E-B869-1849426D59BD}" dt="2026-02-10T10:15:42.239" v="3392" actId="1076"/>
          <ac:spMkLst>
            <pc:docMk/>
            <pc:sldMk cId="2630118568" sldId="2147482819"/>
            <ac:spMk id="26" creationId="{1D652D75-2EA9-9156-4779-1BED0BEB7EFA}"/>
          </ac:spMkLst>
        </pc:spChg>
        <pc:spChg chg="add mod">
          <ac:chgData name="Joshi, Vidhu" userId="79d2d420-9c8c-4feb-9e7f-bb1bc85f2944" providerId="ADAL" clId="{71EBAE21-1CAC-401E-B869-1849426D59BD}" dt="2026-02-10T10:15:50.097" v="3394" actId="1076"/>
          <ac:spMkLst>
            <pc:docMk/>
            <pc:sldMk cId="2630118568" sldId="2147482819"/>
            <ac:spMk id="27" creationId="{7D1FA229-564E-7C23-B3F4-7BFEB94B674B}"/>
          </ac:spMkLst>
        </pc:spChg>
        <pc:spChg chg="add mod">
          <ac:chgData name="Joshi, Vidhu" userId="79d2d420-9c8c-4feb-9e7f-bb1bc85f2944" providerId="ADAL" clId="{71EBAE21-1CAC-401E-B869-1849426D59BD}" dt="2026-02-10T10:21:36.686" v="3584" actId="14100"/>
          <ac:spMkLst>
            <pc:docMk/>
            <pc:sldMk cId="2630118568" sldId="2147482819"/>
            <ac:spMk id="28" creationId="{CA8806B4-8D9E-2D32-50FC-FA381685790B}"/>
          </ac:spMkLst>
        </pc:spChg>
        <pc:spChg chg="add mod">
          <ac:chgData name="Joshi, Vidhu" userId="79d2d420-9c8c-4feb-9e7f-bb1bc85f2944" providerId="ADAL" clId="{71EBAE21-1CAC-401E-B869-1849426D59BD}" dt="2026-02-11T14:34:00.476" v="4126" actId="1076"/>
          <ac:spMkLst>
            <pc:docMk/>
            <pc:sldMk cId="2630118568" sldId="2147482819"/>
            <ac:spMk id="29" creationId="{99D5156C-5597-885E-C126-6DE8A3F74153}"/>
          </ac:spMkLst>
        </pc:spChg>
        <pc:spChg chg="add mod ord">
          <ac:chgData name="Joshi, Vidhu" userId="79d2d420-9c8c-4feb-9e7f-bb1bc85f2944" providerId="ADAL" clId="{71EBAE21-1CAC-401E-B869-1849426D59BD}" dt="2026-02-10T10:21:21.286" v="3570" actId="1076"/>
          <ac:spMkLst>
            <pc:docMk/>
            <pc:sldMk cId="2630118568" sldId="2147482819"/>
            <ac:spMk id="70" creationId="{87D4C8EE-2090-4FDD-3D12-1B48ED30F6ED}"/>
          </ac:spMkLst>
        </pc:spChg>
        <pc:spChg chg="add mod ord">
          <ac:chgData name="Joshi, Vidhu" userId="79d2d420-9c8c-4feb-9e7f-bb1bc85f2944" providerId="ADAL" clId="{71EBAE21-1CAC-401E-B869-1849426D59BD}" dt="2026-02-10T10:22:10.679" v="3605" actId="14100"/>
          <ac:spMkLst>
            <pc:docMk/>
            <pc:sldMk cId="2630118568" sldId="2147482819"/>
            <ac:spMk id="71" creationId="{1A14F21A-EFFF-858D-E21C-01C0968575B5}"/>
          </ac:spMkLst>
        </pc:spChg>
        <pc:spChg chg="add mod">
          <ac:chgData name="Joshi, Vidhu" userId="79d2d420-9c8c-4feb-9e7f-bb1bc85f2944" providerId="ADAL" clId="{71EBAE21-1CAC-401E-B869-1849426D59BD}" dt="2026-02-11T14:32:43.913" v="4091" actId="1076"/>
          <ac:spMkLst>
            <pc:docMk/>
            <pc:sldMk cId="2630118568" sldId="2147482819"/>
            <ac:spMk id="74" creationId="{AFCDC9B2-39B6-1305-11CA-CAEC803EC0D6}"/>
          </ac:spMkLst>
        </pc:spChg>
        <pc:spChg chg="add mod">
          <ac:chgData name="Joshi, Vidhu" userId="79d2d420-9c8c-4feb-9e7f-bb1bc85f2944" providerId="ADAL" clId="{71EBAE21-1CAC-401E-B869-1849426D59BD}" dt="2026-02-10T10:19:39.587" v="3533" actId="1076"/>
          <ac:spMkLst>
            <pc:docMk/>
            <pc:sldMk cId="2630118568" sldId="2147482819"/>
            <ac:spMk id="76" creationId="{8C9F75F2-C721-F30C-6043-8F7124C4B993}"/>
          </ac:spMkLst>
        </pc:spChg>
        <pc:spChg chg="add mod">
          <ac:chgData name="Joshi, Vidhu" userId="79d2d420-9c8c-4feb-9e7f-bb1bc85f2944" providerId="ADAL" clId="{71EBAE21-1CAC-401E-B869-1849426D59BD}" dt="2026-02-11T09:28:59.934" v="4073" actId="1076"/>
          <ac:spMkLst>
            <pc:docMk/>
            <pc:sldMk cId="2630118568" sldId="2147482819"/>
            <ac:spMk id="118" creationId="{6DAA3F35-F7AF-B7AB-AD9F-8668826778FC}"/>
          </ac:spMkLst>
        </pc:spChg>
        <pc:spChg chg="add del mod ord">
          <ac:chgData name="Joshi, Vidhu" userId="79d2d420-9c8c-4feb-9e7f-bb1bc85f2944" providerId="ADAL" clId="{71EBAE21-1CAC-401E-B869-1849426D59BD}" dt="2026-02-10T10:19:57.718" v="3537" actId="1582"/>
          <ac:spMkLst>
            <pc:docMk/>
            <pc:sldMk cId="2630118568" sldId="2147482819"/>
            <ac:spMk id="133" creationId="{3843D255-9D48-C16B-C418-BB7D099C07AF}"/>
          </ac:spMkLst>
        </pc:spChg>
        <pc:spChg chg="add mod">
          <ac:chgData name="Joshi, Vidhu" userId="79d2d420-9c8c-4feb-9e7f-bb1bc85f2944" providerId="ADAL" clId="{71EBAE21-1CAC-401E-B869-1849426D59BD}" dt="2026-02-11T14:34:14.978" v="4133" actId="14100"/>
          <ac:spMkLst>
            <pc:docMk/>
            <pc:sldMk cId="2630118568" sldId="2147482819"/>
            <ac:spMk id="146" creationId="{9D366EC4-4B29-3500-C624-36D43C2BCB25}"/>
          </ac:spMkLst>
        </pc:spChg>
        <pc:spChg chg="add mod">
          <ac:chgData name="Joshi, Vidhu" userId="79d2d420-9c8c-4feb-9e7f-bb1bc85f2944" providerId="ADAL" clId="{71EBAE21-1CAC-401E-B869-1849426D59BD}" dt="2026-02-11T09:26:35.083" v="4029" actId="1076"/>
          <ac:spMkLst>
            <pc:docMk/>
            <pc:sldMk cId="2630118568" sldId="2147482819"/>
            <ac:spMk id="150" creationId="{CDD789E8-13B6-F38F-B9ED-430397682B7C}"/>
          </ac:spMkLst>
        </pc:spChg>
        <pc:spChg chg="add mod">
          <ac:chgData name="Joshi, Vidhu" userId="79d2d420-9c8c-4feb-9e7f-bb1bc85f2944" providerId="ADAL" clId="{71EBAE21-1CAC-401E-B869-1849426D59BD}" dt="2026-02-11T09:21:47.271" v="4004" actId="20577"/>
          <ac:spMkLst>
            <pc:docMk/>
            <pc:sldMk cId="2630118568" sldId="2147482819"/>
            <ac:spMk id="178" creationId="{42FD376B-60FA-EAA5-B3AC-72ADC4FE7432}"/>
          </ac:spMkLst>
        </pc:spChg>
        <pc:spChg chg="add mod">
          <ac:chgData name="Joshi, Vidhu" userId="79d2d420-9c8c-4feb-9e7f-bb1bc85f2944" providerId="ADAL" clId="{71EBAE21-1CAC-401E-B869-1849426D59BD}" dt="2026-02-10T10:20:59.769" v="3561" actId="1076"/>
          <ac:spMkLst>
            <pc:docMk/>
            <pc:sldMk cId="2630118568" sldId="2147482819"/>
            <ac:spMk id="211" creationId="{172C6FFD-58DD-C691-CC93-D3F7424900BC}"/>
          </ac:spMkLst>
        </pc:spChg>
        <pc:spChg chg="add mod">
          <ac:chgData name="Joshi, Vidhu" userId="79d2d420-9c8c-4feb-9e7f-bb1bc85f2944" providerId="ADAL" clId="{71EBAE21-1CAC-401E-B869-1849426D59BD}" dt="2026-02-10T10:20:08.214" v="3539" actId="1582"/>
          <ac:spMkLst>
            <pc:docMk/>
            <pc:sldMk cId="2630118568" sldId="2147482819"/>
            <ac:spMk id="212" creationId="{0EE17DCA-E293-EC05-AAE1-0DDDE5D5DFD7}"/>
          </ac:spMkLst>
        </pc:spChg>
        <pc:spChg chg="add mod">
          <ac:chgData name="Joshi, Vidhu" userId="79d2d420-9c8c-4feb-9e7f-bb1bc85f2944" providerId="ADAL" clId="{71EBAE21-1CAC-401E-B869-1849426D59BD}" dt="2026-02-10T10:20:48.076" v="3557" actId="20577"/>
          <ac:spMkLst>
            <pc:docMk/>
            <pc:sldMk cId="2630118568" sldId="2147482819"/>
            <ac:spMk id="213" creationId="{20537EE0-ECDD-7106-7F20-23EF98AD7D9F}"/>
          </ac:spMkLst>
        </pc:spChg>
        <pc:spChg chg="add mod">
          <ac:chgData name="Joshi, Vidhu" userId="79d2d420-9c8c-4feb-9e7f-bb1bc85f2944" providerId="ADAL" clId="{71EBAE21-1CAC-401E-B869-1849426D59BD}" dt="2026-02-10T10:41:05.236" v="3931" actId="207"/>
          <ac:spMkLst>
            <pc:docMk/>
            <pc:sldMk cId="2630118568" sldId="2147482819"/>
            <ac:spMk id="214" creationId="{5AC8FB0D-5C9C-5012-7DEC-F107A76FE628}"/>
          </ac:spMkLst>
        </pc:spChg>
        <pc:spChg chg="add mod">
          <ac:chgData name="Joshi, Vidhu" userId="79d2d420-9c8c-4feb-9e7f-bb1bc85f2944" providerId="ADAL" clId="{71EBAE21-1CAC-401E-B869-1849426D59BD}" dt="2026-02-10T10:20:41.304" v="3549" actId="20577"/>
          <ac:spMkLst>
            <pc:docMk/>
            <pc:sldMk cId="2630118568" sldId="2147482819"/>
            <ac:spMk id="215" creationId="{233B8E0D-7A22-2E0D-D548-BA5D6A7EBCA3}"/>
          </ac:spMkLst>
        </pc:spChg>
        <pc:cxnChg chg="add mod">
          <ac:chgData name="Joshi, Vidhu" userId="79d2d420-9c8c-4feb-9e7f-bb1bc85f2944" providerId="ADAL" clId="{71EBAE21-1CAC-401E-B869-1849426D59BD}" dt="2026-02-11T14:32:54.282" v="4095" actId="14100"/>
          <ac:cxnSpMkLst>
            <pc:docMk/>
            <pc:sldMk cId="2630118568" sldId="2147482819"/>
            <ac:cxnSpMk id="6" creationId="{604E1CBC-E71C-A416-F0BD-670BFEA7B6BF}"/>
          </ac:cxnSpMkLst>
        </pc:cxnChg>
        <pc:cxnChg chg="add mod">
          <ac:chgData name="Joshi, Vidhu" userId="79d2d420-9c8c-4feb-9e7f-bb1bc85f2944" providerId="ADAL" clId="{71EBAE21-1CAC-401E-B869-1849426D59BD}" dt="2026-02-11T14:32:59.847" v="4097" actId="1076"/>
          <ac:cxnSpMkLst>
            <pc:docMk/>
            <pc:sldMk cId="2630118568" sldId="2147482819"/>
            <ac:cxnSpMk id="11" creationId="{8F640530-B017-5DF9-1475-DE2E137AE8AF}"/>
          </ac:cxnSpMkLst>
        </pc:cxnChg>
        <pc:cxnChg chg="add mod">
          <ac:chgData name="Joshi, Vidhu" userId="79d2d420-9c8c-4feb-9e7f-bb1bc85f2944" providerId="ADAL" clId="{71EBAE21-1CAC-401E-B869-1849426D59BD}" dt="2026-02-11T09:29:27.624" v="4079" actId="1076"/>
          <ac:cxnSpMkLst>
            <pc:docMk/>
            <pc:sldMk cId="2630118568" sldId="2147482819"/>
            <ac:cxnSpMk id="12" creationId="{EEB9C682-E9B6-8C29-08E1-59EA17C30A5B}"/>
          </ac:cxnSpMkLst>
        </pc:cxnChg>
        <pc:cxnChg chg="add mod">
          <ac:chgData name="Joshi, Vidhu" userId="79d2d420-9c8c-4feb-9e7f-bb1bc85f2944" providerId="ADAL" clId="{71EBAE21-1CAC-401E-B869-1849426D59BD}" dt="2026-02-11T14:34:29.983" v="4140" actId="14100"/>
          <ac:cxnSpMkLst>
            <pc:docMk/>
            <pc:sldMk cId="2630118568" sldId="2147482819"/>
            <ac:cxnSpMk id="16" creationId="{6ACD4C69-1771-0136-AC8F-8F57CC635C36}"/>
          </ac:cxnSpMkLst>
        </pc:cxnChg>
        <pc:cxnChg chg="add mod">
          <ac:chgData name="Joshi, Vidhu" userId="79d2d420-9c8c-4feb-9e7f-bb1bc85f2944" providerId="ADAL" clId="{71EBAE21-1CAC-401E-B869-1849426D59BD}" dt="2026-02-10T09:50:27.995" v="2919" actId="1076"/>
          <ac:cxnSpMkLst>
            <pc:docMk/>
            <pc:sldMk cId="2630118568" sldId="2147482819"/>
            <ac:cxnSpMk id="33" creationId="{73331B89-4CC8-CB88-0A38-996294A07FB9}"/>
          </ac:cxnSpMkLst>
        </pc:cxnChg>
        <pc:cxnChg chg="add mod">
          <ac:chgData name="Joshi, Vidhu" userId="79d2d420-9c8c-4feb-9e7f-bb1bc85f2944" providerId="ADAL" clId="{71EBAE21-1CAC-401E-B869-1849426D59BD}" dt="2026-02-10T10:12:39.986" v="3358" actId="14100"/>
          <ac:cxnSpMkLst>
            <pc:docMk/>
            <pc:sldMk cId="2630118568" sldId="2147482819"/>
            <ac:cxnSpMk id="39" creationId="{ADD1430F-55DE-31F6-A2B1-64282E94B79C}"/>
          </ac:cxnSpMkLst>
        </pc:cxnChg>
        <pc:cxnChg chg="add mod">
          <ac:chgData name="Joshi, Vidhu" userId="79d2d420-9c8c-4feb-9e7f-bb1bc85f2944" providerId="ADAL" clId="{71EBAE21-1CAC-401E-B869-1849426D59BD}" dt="2026-02-10T09:47:54.394" v="2878" actId="1582"/>
          <ac:cxnSpMkLst>
            <pc:docMk/>
            <pc:sldMk cId="2630118568" sldId="2147482819"/>
            <ac:cxnSpMk id="42" creationId="{0464772E-9CA6-7747-30CF-12B8194E5342}"/>
          </ac:cxnSpMkLst>
        </pc:cxnChg>
        <pc:cxnChg chg="add mod ord">
          <ac:chgData name="Joshi, Vidhu" userId="79d2d420-9c8c-4feb-9e7f-bb1bc85f2944" providerId="ADAL" clId="{71EBAE21-1CAC-401E-B869-1849426D59BD}" dt="2026-02-10T09:49:01.872" v="2898" actId="1582"/>
          <ac:cxnSpMkLst>
            <pc:docMk/>
            <pc:sldMk cId="2630118568" sldId="2147482819"/>
            <ac:cxnSpMk id="68" creationId="{4F99D2D2-BBF8-1982-38F0-52D20353D018}"/>
          </ac:cxnSpMkLst>
        </pc:cxnChg>
        <pc:cxnChg chg="add mod">
          <ac:chgData name="Joshi, Vidhu" userId="79d2d420-9c8c-4feb-9e7f-bb1bc85f2944" providerId="ADAL" clId="{71EBAE21-1CAC-401E-B869-1849426D59BD}" dt="2026-02-11T09:28:05.305" v="4062" actId="14100"/>
          <ac:cxnSpMkLst>
            <pc:docMk/>
            <pc:sldMk cId="2630118568" sldId="2147482819"/>
            <ac:cxnSpMk id="176" creationId="{EAEE5F5A-0CB4-7866-AF2B-79350BA4B129}"/>
          </ac:cxnSpMkLst>
        </pc:cxnChg>
        <pc:cxnChg chg="add mod">
          <ac:chgData name="Joshi, Vidhu" userId="79d2d420-9c8c-4feb-9e7f-bb1bc85f2944" providerId="ADAL" clId="{71EBAE21-1CAC-401E-B869-1849426D59BD}" dt="2026-02-11T14:32:57.879" v="4096" actId="1076"/>
          <ac:cxnSpMkLst>
            <pc:docMk/>
            <pc:sldMk cId="2630118568" sldId="2147482819"/>
            <ac:cxnSpMk id="179" creationId="{496D4B65-C237-7732-C5F1-39971F30A260}"/>
          </ac:cxnSpMkLst>
        </pc:cxnChg>
        <pc:cxnChg chg="add mod">
          <ac:chgData name="Joshi, Vidhu" userId="79d2d420-9c8c-4feb-9e7f-bb1bc85f2944" providerId="ADAL" clId="{71EBAE21-1CAC-401E-B869-1849426D59BD}" dt="2026-02-11T14:33:33.574" v="4120" actId="14100"/>
          <ac:cxnSpMkLst>
            <pc:docMk/>
            <pc:sldMk cId="2630118568" sldId="2147482819"/>
            <ac:cxnSpMk id="189" creationId="{FC86D7CB-FFB6-4031-7E4E-BFD8F0AAA379}"/>
          </ac:cxnSpMkLst>
        </pc:cxnChg>
        <pc:cxnChg chg="add mod">
          <ac:chgData name="Joshi, Vidhu" userId="79d2d420-9c8c-4feb-9e7f-bb1bc85f2944" providerId="ADAL" clId="{71EBAE21-1CAC-401E-B869-1849426D59BD}" dt="2026-02-11T14:32:27.423" v="4085" actId="14100"/>
          <ac:cxnSpMkLst>
            <pc:docMk/>
            <pc:sldMk cId="2630118568" sldId="2147482819"/>
            <ac:cxnSpMk id="209" creationId="{7C554D38-8929-8685-0235-1389DF49FD18}"/>
          </ac:cxnSpMkLst>
        </pc:cxnChg>
        <pc:cxnChg chg="add mod">
          <ac:chgData name="Joshi, Vidhu" userId="79d2d420-9c8c-4feb-9e7f-bb1bc85f2944" providerId="ADAL" clId="{71EBAE21-1CAC-401E-B869-1849426D59BD}" dt="2026-02-11T09:29:13.977" v="4075" actId="1076"/>
          <ac:cxnSpMkLst>
            <pc:docMk/>
            <pc:sldMk cId="2630118568" sldId="2147482819"/>
            <ac:cxnSpMk id="226" creationId="{76334233-1D51-F0A8-763C-ECC9A6BA988E}"/>
          </ac:cxnSpMkLst>
        </pc:cxnChg>
      </pc:sldChg>
      <pc:sldChg chg="addSp delSp modSp new mod ord modClrScheme chgLayout">
        <pc:chgData name="Joshi, Vidhu" userId="79d2d420-9c8c-4feb-9e7f-bb1bc85f2944" providerId="ADAL" clId="{71EBAE21-1CAC-401E-B869-1849426D59BD}" dt="2026-02-10T10:23:21.249" v="3620"/>
        <pc:sldMkLst>
          <pc:docMk/>
          <pc:sldMk cId="2127967762" sldId="2147482821"/>
        </pc:sldMkLst>
        <pc:spChg chg="mod">
          <ac:chgData name="Joshi, Vidhu" userId="79d2d420-9c8c-4feb-9e7f-bb1bc85f2944" providerId="ADAL" clId="{71EBAE21-1CAC-401E-B869-1849426D59BD}" dt="2026-02-10T10:23:05.557" v="3616" actId="1076"/>
          <ac:spMkLst>
            <pc:docMk/>
            <pc:sldMk cId="2127967762" sldId="2147482821"/>
            <ac:spMk id="2" creationId="{75C2475F-CD7F-4F4D-4082-6FCDD78A316C}"/>
          </ac:spMkLst>
        </pc:spChg>
        <pc:graphicFrameChg chg="add mod modGraphic">
          <ac:chgData name="Joshi, Vidhu" userId="79d2d420-9c8c-4feb-9e7f-bb1bc85f2944" providerId="ADAL" clId="{71EBAE21-1CAC-401E-B869-1849426D59BD}" dt="2026-02-09T17:39:34.196" v="2426" actId="1076"/>
          <ac:graphicFrameMkLst>
            <pc:docMk/>
            <pc:sldMk cId="2127967762" sldId="2147482821"/>
            <ac:graphicFrameMk id="19" creationId="{BDF7D915-3705-CB20-B585-A267AB7996C8}"/>
          </ac:graphicFrameMkLst>
        </pc:graphicFrameChg>
      </pc:sldChg>
      <pc:sldChg chg="addSp delSp modSp new mod modTransition modClrScheme chgLayout">
        <pc:chgData name="Joshi, Vidhu" userId="79d2d420-9c8c-4feb-9e7f-bb1bc85f2944" providerId="ADAL" clId="{71EBAE21-1CAC-401E-B869-1849426D59BD}" dt="2026-02-11T14:35:53.191" v="4173" actId="1076"/>
        <pc:sldMkLst>
          <pc:docMk/>
          <pc:sldMk cId="511884650" sldId="2147482823"/>
        </pc:sldMkLst>
        <pc:spChg chg="add del mod">
          <ac:chgData name="Joshi, Vidhu" userId="79d2d420-9c8c-4feb-9e7f-bb1bc85f2944" providerId="ADAL" clId="{71EBAE21-1CAC-401E-B869-1849426D59BD}" dt="2026-02-11T14:35:53.191" v="4173" actId="1076"/>
          <ac:spMkLst>
            <pc:docMk/>
            <pc:sldMk cId="511884650" sldId="2147482823"/>
            <ac:spMk id="23" creationId="{6DBE026D-A819-BFED-BD67-6A9B288B9018}"/>
          </ac:spMkLst>
        </pc:spChg>
        <pc:spChg chg="add mod">
          <ac:chgData name="Joshi, Vidhu" userId="79d2d420-9c8c-4feb-9e7f-bb1bc85f2944" providerId="ADAL" clId="{71EBAE21-1CAC-401E-B869-1849426D59BD}" dt="2026-02-11T14:35:48.908" v="4172" actId="20577"/>
          <ac:spMkLst>
            <pc:docMk/>
            <pc:sldMk cId="511884650" sldId="2147482823"/>
            <ac:spMk id="1040" creationId="{27A4BBCD-0AA8-E2B5-017A-ABA7C0791DDC}"/>
          </ac:spMkLst>
        </pc:spChg>
      </pc:sldChg>
      <pc:sldChg chg="addSp delSp modSp new mod">
        <pc:chgData name="Joshi, Vidhu" userId="79d2d420-9c8c-4feb-9e7f-bb1bc85f2944" providerId="ADAL" clId="{71EBAE21-1CAC-401E-B869-1849426D59BD}" dt="2026-02-09T15:05:36.225" v="1961" actId="1582"/>
        <pc:sldMkLst>
          <pc:docMk/>
          <pc:sldMk cId="4012479172" sldId="2147482827"/>
        </pc:sldMkLst>
        <pc:spChg chg="mod">
          <ac:chgData name="Joshi, Vidhu" userId="79d2d420-9c8c-4feb-9e7f-bb1bc85f2944" providerId="ADAL" clId="{71EBAE21-1CAC-401E-B869-1849426D59BD}" dt="2026-02-06T13:50:28.179" v="1007" actId="1076"/>
          <ac:spMkLst>
            <pc:docMk/>
            <pc:sldMk cId="4012479172" sldId="2147482827"/>
            <ac:spMk id="2" creationId="{E018D4B3-F870-33C3-159C-91DAC092E238}"/>
          </ac:spMkLst>
        </pc:spChg>
        <pc:spChg chg="add mod">
          <ac:chgData name="Joshi, Vidhu" userId="79d2d420-9c8c-4feb-9e7f-bb1bc85f2944" providerId="ADAL" clId="{71EBAE21-1CAC-401E-B869-1849426D59BD}" dt="2026-02-09T15:05:36.225" v="1961" actId="1582"/>
          <ac:spMkLst>
            <pc:docMk/>
            <pc:sldMk cId="4012479172" sldId="2147482827"/>
            <ac:spMk id="5" creationId="{797220AE-BAFF-11AF-4E04-2EC9D9F14D8D}"/>
          </ac:spMkLst>
        </pc:spChg>
        <pc:graphicFrameChg chg="add mod modGraphic">
          <ac:chgData name="Joshi, Vidhu" userId="79d2d420-9c8c-4feb-9e7f-bb1bc85f2944" providerId="ADAL" clId="{71EBAE21-1CAC-401E-B869-1849426D59BD}" dt="2026-02-06T13:50:33.087" v="1008" actId="1076"/>
          <ac:graphicFrameMkLst>
            <pc:docMk/>
            <pc:sldMk cId="4012479172" sldId="2147482827"/>
            <ac:graphicFrameMk id="4" creationId="{5A9A31FF-B050-7E4B-3569-FD0B2B8BCBBA}"/>
          </ac:graphicFrameMkLst>
        </pc:graphicFrameChg>
      </pc:sldChg>
      <pc:sldChg chg="addSp delSp modSp new mod modClrScheme chgLayout">
        <pc:chgData name="Joshi, Vidhu" userId="79d2d420-9c8c-4feb-9e7f-bb1bc85f2944" providerId="ADAL" clId="{71EBAE21-1CAC-401E-B869-1849426D59BD}" dt="2026-02-09T15:14:06.053" v="2035" actId="208"/>
        <pc:sldMkLst>
          <pc:docMk/>
          <pc:sldMk cId="3029871568" sldId="2147482828"/>
        </pc:sldMkLst>
        <pc:spChg chg="mod">
          <ac:chgData name="Joshi, Vidhu" userId="79d2d420-9c8c-4feb-9e7f-bb1bc85f2944" providerId="ADAL" clId="{71EBAE21-1CAC-401E-B869-1849426D59BD}" dt="2026-02-06T13:57:24.701" v="1102" actId="1076"/>
          <ac:spMkLst>
            <pc:docMk/>
            <pc:sldMk cId="3029871568" sldId="2147482828"/>
            <ac:spMk id="2" creationId="{083B14D4-E39B-D95F-F91C-BDC2513076D0}"/>
          </ac:spMkLst>
        </pc:spChg>
        <pc:spChg chg="add mod">
          <ac:chgData name="Joshi, Vidhu" userId="79d2d420-9c8c-4feb-9e7f-bb1bc85f2944" providerId="ADAL" clId="{71EBAE21-1CAC-401E-B869-1849426D59BD}" dt="2026-02-09T15:06:20.829" v="1971" actId="14100"/>
          <ac:spMkLst>
            <pc:docMk/>
            <pc:sldMk cId="3029871568" sldId="2147482828"/>
            <ac:spMk id="8" creationId="{301ADE8C-E0D1-1538-6A73-73E4D2732941}"/>
          </ac:spMkLst>
        </pc:spChg>
        <pc:spChg chg="add mod">
          <ac:chgData name="Joshi, Vidhu" userId="79d2d420-9c8c-4feb-9e7f-bb1bc85f2944" providerId="ADAL" clId="{71EBAE21-1CAC-401E-B869-1849426D59BD}" dt="2026-02-09T15:06:43.813" v="1975" actId="1076"/>
          <ac:spMkLst>
            <pc:docMk/>
            <pc:sldMk cId="3029871568" sldId="2147482828"/>
            <ac:spMk id="9" creationId="{18771C45-E22C-5D9F-0245-3CEC6CB9E0BC}"/>
          </ac:spMkLst>
        </pc:spChg>
        <pc:spChg chg="add mod">
          <ac:chgData name="Joshi, Vidhu" userId="79d2d420-9c8c-4feb-9e7f-bb1bc85f2944" providerId="ADAL" clId="{71EBAE21-1CAC-401E-B869-1849426D59BD}" dt="2026-02-09T15:13:28.410" v="2031" actId="14100"/>
          <ac:spMkLst>
            <pc:docMk/>
            <pc:sldMk cId="3029871568" sldId="2147482828"/>
            <ac:spMk id="11" creationId="{EC2D9EF6-2B3C-0FC3-7ADB-189D4928A5EC}"/>
          </ac:spMkLst>
        </pc:spChg>
        <pc:spChg chg="add mod">
          <ac:chgData name="Joshi, Vidhu" userId="79d2d420-9c8c-4feb-9e7f-bb1bc85f2944" providerId="ADAL" clId="{71EBAE21-1CAC-401E-B869-1849426D59BD}" dt="2026-02-09T15:14:06.053" v="2035" actId="208"/>
          <ac:spMkLst>
            <pc:docMk/>
            <pc:sldMk cId="3029871568" sldId="2147482828"/>
            <ac:spMk id="13" creationId="{F464BA20-CAFA-4F0B-BA72-DE2ABF23999E}"/>
          </ac:spMkLst>
        </pc:spChg>
        <pc:graphicFrameChg chg="add mod modGraphic">
          <ac:chgData name="Joshi, Vidhu" userId="79d2d420-9c8c-4feb-9e7f-bb1bc85f2944" providerId="ADAL" clId="{71EBAE21-1CAC-401E-B869-1849426D59BD}" dt="2026-02-09T15:10:32.113" v="1993" actId="14734"/>
          <ac:graphicFrameMkLst>
            <pc:docMk/>
            <pc:sldMk cId="3029871568" sldId="2147482828"/>
            <ac:graphicFrameMk id="7" creationId="{402D08B1-4D9B-6175-FFFD-5647F996FFC9}"/>
          </ac:graphicFrameMkLst>
        </pc:graphicFrameChg>
      </pc:sldChg>
      <pc:sldChg chg="addSp delSp modSp new mod ord">
        <pc:chgData name="Joshi, Vidhu" userId="79d2d420-9c8c-4feb-9e7f-bb1bc85f2944" providerId="ADAL" clId="{71EBAE21-1CAC-401E-B869-1849426D59BD}" dt="2026-02-06T13:57:18.638" v="1101" actId="14734"/>
        <pc:sldMkLst>
          <pc:docMk/>
          <pc:sldMk cId="2463554913" sldId="2147482830"/>
        </pc:sldMkLst>
        <pc:spChg chg="mod">
          <ac:chgData name="Joshi, Vidhu" userId="79d2d420-9c8c-4feb-9e7f-bb1bc85f2944" providerId="ADAL" clId="{71EBAE21-1CAC-401E-B869-1849426D59BD}" dt="2026-02-06T13:52:53.482" v="1052" actId="1076"/>
          <ac:spMkLst>
            <pc:docMk/>
            <pc:sldMk cId="2463554913" sldId="2147482830"/>
            <ac:spMk id="2" creationId="{E01F4672-5ADB-17BD-69F5-D4E4DFFBB993}"/>
          </ac:spMkLst>
        </pc:spChg>
        <pc:graphicFrameChg chg="add mod modGraphic">
          <ac:chgData name="Joshi, Vidhu" userId="79d2d420-9c8c-4feb-9e7f-bb1bc85f2944" providerId="ADAL" clId="{71EBAE21-1CAC-401E-B869-1849426D59BD}" dt="2026-02-06T13:57:18.638" v="1101" actId="14734"/>
          <ac:graphicFrameMkLst>
            <pc:docMk/>
            <pc:sldMk cId="2463554913" sldId="2147482830"/>
            <ac:graphicFrameMk id="4" creationId="{454807A3-20C9-9E97-C3E8-54D4627149BA}"/>
          </ac:graphicFrameMkLst>
        </pc:graphicFrameChg>
      </pc:sldChg>
      <pc:sldChg chg="addSp delSp modSp new mod">
        <pc:chgData name="Joshi, Vidhu" userId="79d2d420-9c8c-4feb-9e7f-bb1bc85f2944" providerId="ADAL" clId="{71EBAE21-1CAC-401E-B869-1849426D59BD}" dt="2026-02-09T15:14:30.402" v="2036"/>
        <pc:sldMkLst>
          <pc:docMk/>
          <pc:sldMk cId="3580874114" sldId="2147482831"/>
        </pc:sldMkLst>
        <pc:spChg chg="mod">
          <ac:chgData name="Joshi, Vidhu" userId="79d2d420-9c8c-4feb-9e7f-bb1bc85f2944" providerId="ADAL" clId="{71EBAE21-1CAC-401E-B869-1849426D59BD}" dt="2026-02-06T13:54:13.416" v="1086" actId="5793"/>
          <ac:spMkLst>
            <pc:docMk/>
            <pc:sldMk cId="3580874114" sldId="2147482831"/>
            <ac:spMk id="2" creationId="{6C6BDE0D-F97C-0896-02BA-F2A895A7B7A7}"/>
          </ac:spMkLst>
        </pc:spChg>
        <pc:graphicFrameChg chg="add mod modGraphic">
          <ac:chgData name="Joshi, Vidhu" userId="79d2d420-9c8c-4feb-9e7f-bb1bc85f2944" providerId="ADAL" clId="{71EBAE21-1CAC-401E-B869-1849426D59BD}" dt="2026-02-09T15:14:30.402" v="2036"/>
          <ac:graphicFrameMkLst>
            <pc:docMk/>
            <pc:sldMk cId="3580874114" sldId="2147482831"/>
            <ac:graphicFrameMk id="4" creationId="{AB379211-EDC1-FD0A-0E07-0A6902963843}"/>
          </ac:graphicFrameMkLst>
        </pc:graphicFrameChg>
      </pc:sldChg>
      <pc:sldChg chg="addSp delSp modSp add mod addAnim delAnim modAnim">
        <pc:chgData name="Joshi, Vidhu" userId="79d2d420-9c8c-4feb-9e7f-bb1bc85f2944" providerId="ADAL" clId="{71EBAE21-1CAC-401E-B869-1849426D59BD}" dt="2026-02-11T16:52:51.315" v="4216" actId="1582"/>
        <pc:sldMkLst>
          <pc:docMk/>
          <pc:sldMk cId="2333114440" sldId="2147482833"/>
        </pc:sldMkLst>
        <pc:spChg chg="mod">
          <ac:chgData name="Joshi, Vidhu" userId="79d2d420-9c8c-4feb-9e7f-bb1bc85f2944" providerId="ADAL" clId="{71EBAE21-1CAC-401E-B869-1849426D59BD}" dt="2026-02-09T09:48:40.805" v="1815" actId="1076"/>
          <ac:spMkLst>
            <pc:docMk/>
            <pc:sldMk cId="2333114440" sldId="2147482833"/>
            <ac:spMk id="6" creationId="{70930ACB-E9C6-975D-F6B8-C31BF44EBFA5}"/>
          </ac:spMkLst>
        </pc:spChg>
        <pc:spChg chg="mod">
          <ac:chgData name="Joshi, Vidhu" userId="79d2d420-9c8c-4feb-9e7f-bb1bc85f2944" providerId="ADAL" clId="{71EBAE21-1CAC-401E-B869-1849426D59BD}" dt="2026-02-10T10:26:00.080" v="3694" actId="20577"/>
          <ac:spMkLst>
            <pc:docMk/>
            <pc:sldMk cId="2333114440" sldId="2147482833"/>
            <ac:spMk id="13" creationId="{569B27F1-BA0C-D8A7-A040-868B23D68F19}"/>
          </ac:spMkLst>
        </pc:spChg>
        <pc:spChg chg="mod">
          <ac:chgData name="Joshi, Vidhu" userId="79d2d420-9c8c-4feb-9e7f-bb1bc85f2944" providerId="ADAL" clId="{71EBAE21-1CAC-401E-B869-1849426D59BD}" dt="2026-02-10T10:26:05.222" v="3695" actId="1076"/>
          <ac:spMkLst>
            <pc:docMk/>
            <pc:sldMk cId="2333114440" sldId="2147482833"/>
            <ac:spMk id="15" creationId="{418DF790-EADF-B33E-A562-00E9B3317CDD}"/>
          </ac:spMkLst>
        </pc:spChg>
        <pc:spChg chg="mod">
          <ac:chgData name="Joshi, Vidhu" userId="79d2d420-9c8c-4feb-9e7f-bb1bc85f2944" providerId="ADAL" clId="{71EBAE21-1CAC-401E-B869-1849426D59BD}" dt="2026-02-09T09:48:40.805" v="1815" actId="1076"/>
          <ac:spMkLst>
            <pc:docMk/>
            <pc:sldMk cId="2333114440" sldId="2147482833"/>
            <ac:spMk id="35" creationId="{4D7D28E3-C029-A148-C9DA-616A0C778B3C}"/>
          </ac:spMkLst>
        </pc:spChg>
        <pc:spChg chg="add del mod">
          <ac:chgData name="Joshi, Vidhu" userId="79d2d420-9c8c-4feb-9e7f-bb1bc85f2944" providerId="ADAL" clId="{71EBAE21-1CAC-401E-B869-1849426D59BD}" dt="2026-02-10T10:34:51.502" v="3768" actId="478"/>
          <ac:spMkLst>
            <pc:docMk/>
            <pc:sldMk cId="2333114440" sldId="2147482833"/>
            <ac:spMk id="36" creationId="{603E8FF4-A754-B028-C9C8-932D25A7DC95}"/>
          </ac:spMkLst>
        </pc:spChg>
        <pc:spChg chg="add mod">
          <ac:chgData name="Joshi, Vidhu" userId="79d2d420-9c8c-4feb-9e7f-bb1bc85f2944" providerId="ADAL" clId="{71EBAE21-1CAC-401E-B869-1849426D59BD}" dt="2026-02-10T09:12:59.653" v="2499" actId="2711"/>
          <ac:spMkLst>
            <pc:docMk/>
            <pc:sldMk cId="2333114440" sldId="2147482833"/>
            <ac:spMk id="40" creationId="{0C2320F3-84F6-CE2D-82A6-C8E132876FA1}"/>
          </ac:spMkLst>
        </pc:spChg>
        <pc:spChg chg="mod">
          <ac:chgData name="Joshi, Vidhu" userId="79d2d420-9c8c-4feb-9e7f-bb1bc85f2944" providerId="ADAL" clId="{71EBAE21-1CAC-401E-B869-1849426D59BD}" dt="2026-02-10T10:33:43.590" v="3736" actId="20577"/>
          <ac:spMkLst>
            <pc:docMk/>
            <pc:sldMk cId="2333114440" sldId="2147482833"/>
            <ac:spMk id="45" creationId="{6D69EA94-DFFA-07AC-2F0C-6CBBC526AFDE}"/>
          </ac:spMkLst>
        </pc:spChg>
        <pc:spChg chg="mod">
          <ac:chgData name="Joshi, Vidhu" userId="79d2d420-9c8c-4feb-9e7f-bb1bc85f2944" providerId="ADAL" clId="{71EBAE21-1CAC-401E-B869-1849426D59BD}" dt="2026-02-09T09:48:40.805" v="1815" actId="1076"/>
          <ac:spMkLst>
            <pc:docMk/>
            <pc:sldMk cId="2333114440" sldId="2147482833"/>
            <ac:spMk id="47" creationId="{DC5445B6-E078-79DC-6783-22A7C6F31094}"/>
          </ac:spMkLst>
        </pc:spChg>
        <pc:spChg chg="mod">
          <ac:chgData name="Joshi, Vidhu" userId="79d2d420-9c8c-4feb-9e7f-bb1bc85f2944" providerId="ADAL" clId="{71EBAE21-1CAC-401E-B869-1849426D59BD}" dt="2026-02-09T09:48:40.805" v="1815" actId="1076"/>
          <ac:spMkLst>
            <pc:docMk/>
            <pc:sldMk cId="2333114440" sldId="2147482833"/>
            <ac:spMk id="49" creationId="{0A6383E7-03AA-D8FE-9298-D3852985BB61}"/>
          </ac:spMkLst>
        </pc:spChg>
        <pc:spChg chg="mod">
          <ac:chgData name="Joshi, Vidhu" userId="79d2d420-9c8c-4feb-9e7f-bb1bc85f2944" providerId="ADAL" clId="{71EBAE21-1CAC-401E-B869-1849426D59BD}" dt="2026-02-10T10:34:52.764" v="3771" actId="20577"/>
          <ac:spMkLst>
            <pc:docMk/>
            <pc:sldMk cId="2333114440" sldId="2147482833"/>
            <ac:spMk id="52" creationId="{9260D112-436B-A338-7749-EEF906662E98}"/>
          </ac:spMkLst>
        </pc:spChg>
        <pc:spChg chg="add mod">
          <ac:chgData name="Joshi, Vidhu" userId="79d2d420-9c8c-4feb-9e7f-bb1bc85f2944" providerId="ADAL" clId="{71EBAE21-1CAC-401E-B869-1849426D59BD}" dt="2026-02-10T10:33:12.098" v="3728" actId="14100"/>
          <ac:spMkLst>
            <pc:docMk/>
            <pc:sldMk cId="2333114440" sldId="2147482833"/>
            <ac:spMk id="59" creationId="{247CDD14-270E-34D4-5C4C-09D597E8AD85}"/>
          </ac:spMkLst>
        </pc:spChg>
        <pc:spChg chg="add mod">
          <ac:chgData name="Joshi, Vidhu" userId="79d2d420-9c8c-4feb-9e7f-bb1bc85f2944" providerId="ADAL" clId="{71EBAE21-1CAC-401E-B869-1849426D59BD}" dt="2026-02-10T10:37:47.878" v="3884" actId="1076"/>
          <ac:spMkLst>
            <pc:docMk/>
            <pc:sldMk cId="2333114440" sldId="2147482833"/>
            <ac:spMk id="68" creationId="{98B12E84-2B85-EF96-D4BD-78A7B2350C18}"/>
          </ac:spMkLst>
        </pc:spChg>
        <pc:cxnChg chg="add mod">
          <ac:chgData name="Joshi, Vidhu" userId="79d2d420-9c8c-4feb-9e7f-bb1bc85f2944" providerId="ADAL" clId="{71EBAE21-1CAC-401E-B869-1849426D59BD}" dt="2026-02-11T16:52:51.315" v="4216" actId="1582"/>
          <ac:cxnSpMkLst>
            <pc:docMk/>
            <pc:sldMk cId="2333114440" sldId="2147482833"/>
            <ac:cxnSpMk id="54" creationId="{9350A0CA-08B6-02B5-8DBB-B3B1188E0C87}"/>
          </ac:cxnSpMkLst>
        </pc:cxnChg>
        <pc:cxnChg chg="add mod">
          <ac:chgData name="Joshi, Vidhu" userId="79d2d420-9c8c-4feb-9e7f-bb1bc85f2944" providerId="ADAL" clId="{71EBAE21-1CAC-401E-B869-1849426D59BD}" dt="2026-02-11T16:52:26.437" v="4209" actId="1582"/>
          <ac:cxnSpMkLst>
            <pc:docMk/>
            <pc:sldMk cId="2333114440" sldId="2147482833"/>
            <ac:cxnSpMk id="64" creationId="{2C01702A-7D9D-2758-19EF-AC1AFC09B89E}"/>
          </ac:cxnSpMkLst>
        </pc:cxnChg>
      </pc:sldChg>
      <pc:sldChg chg="addSp delSp modSp new mod">
        <pc:chgData name="Joshi, Vidhu" userId="79d2d420-9c8c-4feb-9e7f-bb1bc85f2944" providerId="ADAL" clId="{71EBAE21-1CAC-401E-B869-1849426D59BD}" dt="2026-02-10T09:09:21.699" v="2497" actId="1076"/>
        <pc:sldMkLst>
          <pc:docMk/>
          <pc:sldMk cId="239776067" sldId="2147482834"/>
        </pc:sldMkLst>
        <pc:spChg chg="mod">
          <ac:chgData name="Joshi, Vidhu" userId="79d2d420-9c8c-4feb-9e7f-bb1bc85f2944" providerId="ADAL" clId="{71EBAE21-1CAC-401E-B869-1849426D59BD}" dt="2026-02-10T09:09:21.699" v="2497" actId="1076"/>
          <ac:spMkLst>
            <pc:docMk/>
            <pc:sldMk cId="239776067" sldId="2147482834"/>
            <ac:spMk id="2" creationId="{F86903F3-0D68-37FE-E207-D606F4B8B8D2}"/>
          </ac:spMkLst>
        </pc:spChg>
        <pc:graphicFrameChg chg="add mod modGraphic">
          <ac:chgData name="Joshi, Vidhu" userId="79d2d420-9c8c-4feb-9e7f-bb1bc85f2944" providerId="ADAL" clId="{71EBAE21-1CAC-401E-B869-1849426D59BD}" dt="2026-02-09T15:12:45.566" v="2025" actId="1076"/>
          <ac:graphicFrameMkLst>
            <pc:docMk/>
            <pc:sldMk cId="239776067" sldId="2147482834"/>
            <ac:graphicFrameMk id="8" creationId="{7523025F-7264-B753-33A4-8702C33C4F1B}"/>
          </ac:graphicFrameMkLst>
        </pc:graphicFrameChg>
      </pc:sldChg>
      <pc:sldChg chg="addSp delSp modSp new mod">
        <pc:chgData name="Joshi, Vidhu" userId="79d2d420-9c8c-4feb-9e7f-bb1bc85f2944" providerId="ADAL" clId="{71EBAE21-1CAC-401E-B869-1849426D59BD}" dt="2026-02-10T10:38:45.784" v="3923" actId="20577"/>
        <pc:sldMkLst>
          <pc:docMk/>
          <pc:sldMk cId="647436908" sldId="2147482836"/>
        </pc:sldMkLst>
        <pc:spChg chg="mod">
          <ac:chgData name="Joshi, Vidhu" userId="79d2d420-9c8c-4feb-9e7f-bb1bc85f2944" providerId="ADAL" clId="{71EBAE21-1CAC-401E-B869-1849426D59BD}" dt="2026-02-09T15:23:19.161" v="2248" actId="26606"/>
          <ac:spMkLst>
            <pc:docMk/>
            <pc:sldMk cId="647436908" sldId="2147482836"/>
            <ac:spMk id="2" creationId="{308EBA0E-1111-4D31-9165-AB016BAEA9A0}"/>
          </ac:spMkLst>
        </pc:spChg>
        <pc:spChg chg="mod ord">
          <ac:chgData name="Joshi, Vidhu" userId="79d2d420-9c8c-4feb-9e7f-bb1bc85f2944" providerId="ADAL" clId="{71EBAE21-1CAC-401E-B869-1849426D59BD}" dt="2026-02-10T10:38:45.784" v="3923" actId="20577"/>
          <ac:spMkLst>
            <pc:docMk/>
            <pc:sldMk cId="647436908" sldId="2147482836"/>
            <ac:spMk id="3" creationId="{31D94D98-9166-FAD1-96AE-275287998499}"/>
          </ac:spMkLst>
        </pc:spChg>
        <pc:spChg chg="add mod">
          <ac:chgData name="Joshi, Vidhu" userId="79d2d420-9c8c-4feb-9e7f-bb1bc85f2944" providerId="ADAL" clId="{71EBAE21-1CAC-401E-B869-1849426D59BD}" dt="2026-02-09T15:23:53.149" v="2257" actId="693"/>
          <ac:spMkLst>
            <pc:docMk/>
            <pc:sldMk cId="647436908" sldId="2147482836"/>
            <ac:spMk id="7" creationId="{F1018B3D-B35F-5D3C-D44D-77E267FD20B3}"/>
          </ac:spMkLst>
        </pc:spChg>
        <pc:spChg chg="add mod">
          <ac:chgData name="Joshi, Vidhu" userId="79d2d420-9c8c-4feb-9e7f-bb1bc85f2944" providerId="ADAL" clId="{71EBAE21-1CAC-401E-B869-1849426D59BD}" dt="2026-02-09T15:26:52.759" v="2289" actId="115"/>
          <ac:spMkLst>
            <pc:docMk/>
            <pc:sldMk cId="647436908" sldId="2147482836"/>
            <ac:spMk id="9" creationId="{05421636-A088-66AB-C099-A4C5D3EB4008}"/>
          </ac:spMkLst>
        </pc:spChg>
        <pc:picChg chg="add mod">
          <ac:chgData name="Joshi, Vidhu" userId="79d2d420-9c8c-4feb-9e7f-bb1bc85f2944" providerId="ADAL" clId="{71EBAE21-1CAC-401E-B869-1849426D59BD}" dt="2026-02-09T15:23:27.069" v="2252" actId="1076"/>
          <ac:picMkLst>
            <pc:docMk/>
            <pc:sldMk cId="647436908" sldId="2147482836"/>
            <ac:picMk id="6" creationId="{5A131680-848E-6974-4C19-90ABC13A8677}"/>
          </ac:picMkLst>
        </pc:picChg>
      </pc:sldChg>
      <pc:sldChg chg="addSp delSp modSp new mod ord">
        <pc:chgData name="Joshi, Vidhu" userId="79d2d420-9c8c-4feb-9e7f-bb1bc85f2944" providerId="ADAL" clId="{71EBAE21-1CAC-401E-B869-1849426D59BD}" dt="2026-02-17T11:53:26.416" v="4277"/>
        <pc:sldMkLst>
          <pc:docMk/>
          <pc:sldMk cId="2850348030" sldId="2147482838"/>
        </pc:sldMkLst>
        <pc:spChg chg="add del mod">
          <ac:chgData name="Joshi, Vidhu" userId="79d2d420-9c8c-4feb-9e7f-bb1bc85f2944" providerId="ADAL" clId="{71EBAE21-1CAC-401E-B869-1849426D59BD}" dt="2026-02-17T11:53:26.416" v="4277"/>
          <ac:spMkLst>
            <pc:docMk/>
            <pc:sldMk cId="2850348030" sldId="2147482838"/>
            <ac:spMk id="2" creationId="{6FE789FF-1FBD-3F65-983C-9D78E022259F}"/>
          </ac:spMkLst>
        </pc:spChg>
        <pc:spChg chg="mod">
          <ac:chgData name="Joshi, Vidhu" userId="79d2d420-9c8c-4feb-9e7f-bb1bc85f2944" providerId="ADAL" clId="{71EBAE21-1CAC-401E-B869-1849426D59BD}" dt="2026-02-10T09:02:56.722" v="2449" actId="403"/>
          <ac:spMkLst>
            <pc:docMk/>
            <pc:sldMk cId="2850348030" sldId="2147482838"/>
            <ac:spMk id="3" creationId="{05E40A4D-7D44-E899-BBCE-BF61D2C255C5}"/>
          </ac:spMkLst>
        </pc:spChg>
        <pc:picChg chg="add del">
          <ac:chgData name="Joshi, Vidhu" userId="79d2d420-9c8c-4feb-9e7f-bb1bc85f2944" providerId="ADAL" clId="{71EBAE21-1CAC-401E-B869-1849426D59BD}" dt="2026-02-17T11:53:19.312" v="4274" actId="478"/>
          <ac:picMkLst>
            <pc:docMk/>
            <pc:sldMk cId="2850348030" sldId="2147482838"/>
            <ac:picMk id="1026" creationId="{7A8C8231-2D49-444B-67D6-64E4AB610026}"/>
          </ac:picMkLst>
        </pc:picChg>
      </pc:sldChg>
      <pc:sldChg chg="addSp delSp modSp new mod ord modTransition modClrScheme chgLayout">
        <pc:chgData name="Joshi, Vidhu" userId="79d2d420-9c8c-4feb-9e7f-bb1bc85f2944" providerId="ADAL" clId="{71EBAE21-1CAC-401E-B869-1849426D59BD}" dt="2026-02-10T10:20:55.120" v="3560" actId="20577"/>
        <pc:sldMkLst>
          <pc:docMk/>
          <pc:sldMk cId="2996455702" sldId="2147482839"/>
        </pc:sldMkLst>
        <pc:spChg chg="add del mod">
          <ac:chgData name="Joshi, Vidhu" userId="79d2d420-9c8c-4feb-9e7f-bb1bc85f2944" providerId="ADAL" clId="{71EBAE21-1CAC-401E-B869-1849426D59BD}" dt="2026-02-10T10:20:55.120" v="3560" actId="20577"/>
          <ac:spMkLst>
            <pc:docMk/>
            <pc:sldMk cId="2996455702" sldId="2147482839"/>
            <ac:spMk id="3" creationId="{DE9CF0E6-69B9-87D2-4D10-48509B59DBA0}"/>
          </ac:spMkLst>
        </pc:spChg>
      </pc:sldChg>
      <pc:sldChg chg="new del">
        <pc:chgData name="Joshi, Vidhu" userId="79d2d420-9c8c-4feb-9e7f-bb1bc85f2944" providerId="ADAL" clId="{71EBAE21-1CAC-401E-B869-1849426D59BD}" dt="2026-02-17T11:53:27.584" v="4278" actId="47"/>
        <pc:sldMkLst>
          <pc:docMk/>
          <pc:sldMk cId="4115018849" sldId="214748284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AF9988-8E91-41C7-9E3C-8C3CED0BB8B2}"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CE1EE004-9C3D-490D-91A5-B432CE0CE853}">
      <dgm:prSet/>
      <dgm:spPr/>
      <dgm:t>
        <a:bodyPr/>
        <a:lstStyle/>
        <a:p>
          <a:r>
            <a:rPr lang="en-US" b="1"/>
            <a:t>Overview and Benefits</a:t>
          </a:r>
          <a:endParaRPr lang="en-US"/>
        </a:p>
      </dgm:t>
    </dgm:pt>
    <dgm:pt modelId="{42028FE7-F3EC-4495-BA3D-4B935D856022}" type="parTrans" cxnId="{9261CC4E-C8CA-48C8-86D3-013293DABC71}">
      <dgm:prSet/>
      <dgm:spPr/>
      <dgm:t>
        <a:bodyPr/>
        <a:lstStyle/>
        <a:p>
          <a:endParaRPr lang="en-US"/>
        </a:p>
      </dgm:t>
    </dgm:pt>
    <dgm:pt modelId="{1E210B61-6280-4260-AC32-76DAE258BD6B}" type="sibTrans" cxnId="{9261CC4E-C8CA-48C8-86D3-013293DABC71}">
      <dgm:prSet/>
      <dgm:spPr/>
      <dgm:t>
        <a:bodyPr/>
        <a:lstStyle/>
        <a:p>
          <a:endParaRPr lang="en-US"/>
        </a:p>
      </dgm:t>
    </dgm:pt>
    <dgm:pt modelId="{DC368AC0-7411-4B03-8CE6-12BE40CEDC55}">
      <dgm:prSet custT="1"/>
      <dgm:spPr/>
      <dgm:t>
        <a:bodyPr/>
        <a:lstStyle/>
        <a:p>
          <a:r>
            <a:rPr lang="en-US" sz="3200" b="0"/>
            <a:t>RTL TCM FLOWS</a:t>
          </a:r>
        </a:p>
      </dgm:t>
    </dgm:pt>
    <dgm:pt modelId="{A53BDAEE-555D-4AAD-B3A9-B0CE02CC2DE0}" type="parTrans" cxnId="{2DF09C6C-23CC-451C-B5F2-6E3389CD66A6}">
      <dgm:prSet/>
      <dgm:spPr/>
      <dgm:t>
        <a:bodyPr/>
        <a:lstStyle/>
        <a:p>
          <a:endParaRPr lang="en-US"/>
        </a:p>
      </dgm:t>
    </dgm:pt>
    <dgm:pt modelId="{061AF584-7223-4DEC-BDA9-49C1BEFC5CBE}" type="sibTrans" cxnId="{2DF09C6C-23CC-451C-B5F2-6E3389CD66A6}">
      <dgm:prSet/>
      <dgm:spPr/>
      <dgm:t>
        <a:bodyPr/>
        <a:lstStyle/>
        <a:p>
          <a:endParaRPr lang="en-US"/>
        </a:p>
      </dgm:t>
    </dgm:pt>
    <dgm:pt modelId="{66517E6C-3F26-4C9A-8BEA-BA11652921EC}">
      <dgm:prSet/>
      <dgm:spPr/>
      <dgm:t>
        <a:bodyPr/>
        <a:lstStyle/>
        <a:p>
          <a:r>
            <a:rPr lang="en-US" b="1"/>
            <a:t>Introduction to Rqual </a:t>
          </a:r>
          <a:endParaRPr lang="en-US"/>
        </a:p>
      </dgm:t>
    </dgm:pt>
    <dgm:pt modelId="{154B5EA0-B3AD-46DA-8B4D-D04B0C68360A}" type="parTrans" cxnId="{EC13D61B-8EC3-4A27-A87E-18A4C4EF5E0D}">
      <dgm:prSet/>
      <dgm:spPr/>
      <dgm:t>
        <a:bodyPr/>
        <a:lstStyle/>
        <a:p>
          <a:endParaRPr lang="en-US"/>
        </a:p>
      </dgm:t>
    </dgm:pt>
    <dgm:pt modelId="{05A52DAC-5714-415E-9612-E8C3441B2BC8}" type="sibTrans" cxnId="{EC13D61B-8EC3-4A27-A87E-18A4C4EF5E0D}">
      <dgm:prSet/>
      <dgm:spPr/>
      <dgm:t>
        <a:bodyPr/>
        <a:lstStyle/>
        <a:p>
          <a:endParaRPr lang="en-US"/>
        </a:p>
      </dgm:t>
    </dgm:pt>
    <dgm:pt modelId="{20F4D247-1514-473B-AAD3-66D6BFCC18C9}">
      <dgm:prSet custT="1"/>
      <dgm:spPr/>
      <dgm:t>
        <a:bodyPr/>
        <a:lstStyle/>
        <a:p>
          <a:r>
            <a:rPr lang="en-US" sz="3200"/>
            <a:t>Overview of </a:t>
          </a:r>
          <a:r>
            <a:rPr lang="en-US" sz="3200" err="1"/>
            <a:t>Rqual</a:t>
          </a:r>
          <a:r>
            <a:rPr lang="en-US" sz="3200"/>
            <a:t> </a:t>
          </a:r>
        </a:p>
      </dgm:t>
    </dgm:pt>
    <dgm:pt modelId="{D395ED36-C9C7-4FA7-86AE-7C29FCD9F2AC}" type="parTrans" cxnId="{3FC680E7-7D3F-419E-91D1-7727B85888DF}">
      <dgm:prSet/>
      <dgm:spPr/>
      <dgm:t>
        <a:bodyPr/>
        <a:lstStyle/>
        <a:p>
          <a:endParaRPr lang="en-US"/>
        </a:p>
      </dgm:t>
    </dgm:pt>
    <dgm:pt modelId="{81A5BC71-A91F-4CED-B63C-EAB0DCC509DF}" type="sibTrans" cxnId="{3FC680E7-7D3F-419E-91D1-7727B85888DF}">
      <dgm:prSet/>
      <dgm:spPr/>
      <dgm:t>
        <a:bodyPr/>
        <a:lstStyle/>
        <a:p>
          <a:endParaRPr lang="en-US"/>
        </a:p>
      </dgm:t>
    </dgm:pt>
    <dgm:pt modelId="{66258B63-A977-4599-BBBC-210147307FBD}">
      <dgm:prSet/>
      <dgm:spPr/>
      <dgm:t>
        <a:bodyPr/>
        <a:lstStyle/>
        <a:p>
          <a:r>
            <a:rPr lang="en-US" b="1"/>
            <a:t>RTL TCM Adoption Plan  </a:t>
          </a:r>
          <a:endParaRPr lang="en-US"/>
        </a:p>
      </dgm:t>
    </dgm:pt>
    <dgm:pt modelId="{036AC4E0-7585-42AD-BEF5-9F81F962325E}" type="parTrans" cxnId="{F0F33A37-382C-4A17-B14F-99C3F6E05998}">
      <dgm:prSet/>
      <dgm:spPr/>
      <dgm:t>
        <a:bodyPr/>
        <a:lstStyle/>
        <a:p>
          <a:endParaRPr lang="en-US"/>
        </a:p>
      </dgm:t>
    </dgm:pt>
    <dgm:pt modelId="{010720F0-F87F-4698-A893-1BB8D1C5D80E}" type="sibTrans" cxnId="{F0F33A37-382C-4A17-B14F-99C3F6E05998}">
      <dgm:prSet/>
      <dgm:spPr/>
      <dgm:t>
        <a:bodyPr/>
        <a:lstStyle/>
        <a:p>
          <a:endParaRPr lang="en-US"/>
        </a:p>
      </dgm:t>
    </dgm:pt>
    <dgm:pt modelId="{376EB083-CA67-4A5A-9768-28DC4C837774}">
      <dgm:prSet custT="1"/>
      <dgm:spPr/>
      <dgm:t>
        <a:bodyPr/>
        <a:lstStyle/>
        <a:p>
          <a:r>
            <a:rPr lang="en-US" sz="3200"/>
            <a:t>SDC lint and constraints demotion flows</a:t>
          </a:r>
        </a:p>
      </dgm:t>
    </dgm:pt>
    <dgm:pt modelId="{467EF808-EE9E-442A-B256-C8C2B6935A6E}" type="parTrans" cxnId="{C6057C4E-FFFF-431E-8F15-AED82EA5EC7A}">
      <dgm:prSet/>
      <dgm:spPr/>
      <dgm:t>
        <a:bodyPr/>
        <a:lstStyle/>
        <a:p>
          <a:endParaRPr lang="en-US"/>
        </a:p>
      </dgm:t>
    </dgm:pt>
    <dgm:pt modelId="{B38948D4-8215-4385-9C84-B29616F7DD17}" type="sibTrans" cxnId="{C6057C4E-FFFF-431E-8F15-AED82EA5EC7A}">
      <dgm:prSet/>
      <dgm:spPr/>
      <dgm:t>
        <a:bodyPr/>
        <a:lstStyle/>
        <a:p>
          <a:endParaRPr lang="en-US"/>
        </a:p>
      </dgm:t>
    </dgm:pt>
    <dgm:pt modelId="{AF59E679-794A-440F-A55A-1B42E52598BA}" type="pres">
      <dgm:prSet presAssocID="{69AF9988-8E91-41C7-9E3C-8C3CED0BB8B2}" presName="vert0" presStyleCnt="0">
        <dgm:presLayoutVars>
          <dgm:dir/>
          <dgm:animOne val="branch"/>
          <dgm:animLvl val="lvl"/>
        </dgm:presLayoutVars>
      </dgm:prSet>
      <dgm:spPr/>
    </dgm:pt>
    <dgm:pt modelId="{B40DD4A7-8C5D-4C47-AAF7-A4D71247202B}" type="pres">
      <dgm:prSet presAssocID="{66517E6C-3F26-4C9A-8BEA-BA11652921EC}" presName="thickLine" presStyleLbl="alignNode1" presStyleIdx="0" presStyleCnt="3"/>
      <dgm:spPr/>
    </dgm:pt>
    <dgm:pt modelId="{47104ED2-D6C2-468F-904D-684F30D5222E}" type="pres">
      <dgm:prSet presAssocID="{66517E6C-3F26-4C9A-8BEA-BA11652921EC}" presName="horz1" presStyleCnt="0"/>
      <dgm:spPr/>
    </dgm:pt>
    <dgm:pt modelId="{91DDCB24-E547-40CE-8D94-0BF1128704FD}" type="pres">
      <dgm:prSet presAssocID="{66517E6C-3F26-4C9A-8BEA-BA11652921EC}" presName="tx1" presStyleLbl="revTx" presStyleIdx="0" presStyleCnt="6"/>
      <dgm:spPr/>
    </dgm:pt>
    <dgm:pt modelId="{F83957FB-4BB1-47AC-87D9-DD5A20DE38AC}" type="pres">
      <dgm:prSet presAssocID="{66517E6C-3F26-4C9A-8BEA-BA11652921EC}" presName="vert1" presStyleCnt="0"/>
      <dgm:spPr/>
    </dgm:pt>
    <dgm:pt modelId="{EB64416C-0544-4FC4-B41D-BE80E2BAECF1}" type="pres">
      <dgm:prSet presAssocID="{20F4D247-1514-473B-AAD3-66D6BFCC18C9}" presName="vertSpace2a" presStyleCnt="0"/>
      <dgm:spPr/>
    </dgm:pt>
    <dgm:pt modelId="{0415CA46-E65E-4391-988F-684317777BC8}" type="pres">
      <dgm:prSet presAssocID="{20F4D247-1514-473B-AAD3-66D6BFCC18C9}" presName="horz2" presStyleCnt="0"/>
      <dgm:spPr/>
    </dgm:pt>
    <dgm:pt modelId="{DDA21AA4-CF41-46ED-BF72-18992C3D1502}" type="pres">
      <dgm:prSet presAssocID="{20F4D247-1514-473B-AAD3-66D6BFCC18C9}" presName="horzSpace2" presStyleCnt="0"/>
      <dgm:spPr/>
    </dgm:pt>
    <dgm:pt modelId="{22C1C0EA-D207-42E6-A2E6-9B5577C37860}" type="pres">
      <dgm:prSet presAssocID="{20F4D247-1514-473B-AAD3-66D6BFCC18C9}" presName="tx2" presStyleLbl="revTx" presStyleIdx="1" presStyleCnt="6"/>
      <dgm:spPr/>
    </dgm:pt>
    <dgm:pt modelId="{8B7F0C19-7F2B-4510-AE8E-EC0829FAF5BA}" type="pres">
      <dgm:prSet presAssocID="{20F4D247-1514-473B-AAD3-66D6BFCC18C9}" presName="vert2" presStyleCnt="0"/>
      <dgm:spPr/>
    </dgm:pt>
    <dgm:pt modelId="{7781241B-C908-4D90-B440-2AE95B6C06D8}" type="pres">
      <dgm:prSet presAssocID="{20F4D247-1514-473B-AAD3-66D6BFCC18C9}" presName="thinLine2b" presStyleLbl="callout" presStyleIdx="0" presStyleCnt="3"/>
      <dgm:spPr/>
    </dgm:pt>
    <dgm:pt modelId="{B0466B53-100A-433A-BD1E-F3DE2CD73452}" type="pres">
      <dgm:prSet presAssocID="{20F4D247-1514-473B-AAD3-66D6BFCC18C9}" presName="vertSpace2b" presStyleCnt="0"/>
      <dgm:spPr/>
    </dgm:pt>
    <dgm:pt modelId="{44DC6179-A84A-4DF9-9128-1A9FFBB86687}" type="pres">
      <dgm:prSet presAssocID="{CE1EE004-9C3D-490D-91A5-B432CE0CE853}" presName="thickLine" presStyleLbl="alignNode1" presStyleIdx="1" presStyleCnt="3"/>
      <dgm:spPr/>
    </dgm:pt>
    <dgm:pt modelId="{EC992D4B-41B8-4094-B971-D373C06B458F}" type="pres">
      <dgm:prSet presAssocID="{CE1EE004-9C3D-490D-91A5-B432CE0CE853}" presName="horz1" presStyleCnt="0"/>
      <dgm:spPr/>
    </dgm:pt>
    <dgm:pt modelId="{D16BEB87-2DB3-4FEF-889B-738282805E2F}" type="pres">
      <dgm:prSet presAssocID="{CE1EE004-9C3D-490D-91A5-B432CE0CE853}" presName="tx1" presStyleLbl="revTx" presStyleIdx="2" presStyleCnt="6"/>
      <dgm:spPr/>
    </dgm:pt>
    <dgm:pt modelId="{5BE4326C-377B-4503-8925-35F789B037F7}" type="pres">
      <dgm:prSet presAssocID="{CE1EE004-9C3D-490D-91A5-B432CE0CE853}" presName="vert1" presStyleCnt="0"/>
      <dgm:spPr/>
    </dgm:pt>
    <dgm:pt modelId="{5288807A-3AE8-4729-90E3-A905C7C70ACC}" type="pres">
      <dgm:prSet presAssocID="{DC368AC0-7411-4B03-8CE6-12BE40CEDC55}" presName="vertSpace2a" presStyleCnt="0"/>
      <dgm:spPr/>
    </dgm:pt>
    <dgm:pt modelId="{A1369426-12D6-4AC3-B2F5-ADAD4D597AF2}" type="pres">
      <dgm:prSet presAssocID="{DC368AC0-7411-4B03-8CE6-12BE40CEDC55}" presName="horz2" presStyleCnt="0"/>
      <dgm:spPr/>
    </dgm:pt>
    <dgm:pt modelId="{78667492-9852-44DA-8E78-A77D3C2AA807}" type="pres">
      <dgm:prSet presAssocID="{DC368AC0-7411-4B03-8CE6-12BE40CEDC55}" presName="horzSpace2" presStyleCnt="0"/>
      <dgm:spPr/>
    </dgm:pt>
    <dgm:pt modelId="{82179BE6-3469-4E27-8A5D-6585273BD462}" type="pres">
      <dgm:prSet presAssocID="{DC368AC0-7411-4B03-8CE6-12BE40CEDC55}" presName="tx2" presStyleLbl="revTx" presStyleIdx="3" presStyleCnt="6"/>
      <dgm:spPr/>
    </dgm:pt>
    <dgm:pt modelId="{AADA8EE5-9AD5-4777-B1D8-FA4BA71F3460}" type="pres">
      <dgm:prSet presAssocID="{DC368AC0-7411-4B03-8CE6-12BE40CEDC55}" presName="vert2" presStyleCnt="0"/>
      <dgm:spPr/>
    </dgm:pt>
    <dgm:pt modelId="{5FD36F65-33F8-4E99-A14D-F65DFBD02391}" type="pres">
      <dgm:prSet presAssocID="{DC368AC0-7411-4B03-8CE6-12BE40CEDC55}" presName="thinLine2b" presStyleLbl="callout" presStyleIdx="1" presStyleCnt="3"/>
      <dgm:spPr/>
    </dgm:pt>
    <dgm:pt modelId="{2324AB70-F709-469E-BC9E-CB43FE471C16}" type="pres">
      <dgm:prSet presAssocID="{DC368AC0-7411-4B03-8CE6-12BE40CEDC55}" presName="vertSpace2b" presStyleCnt="0"/>
      <dgm:spPr/>
    </dgm:pt>
    <dgm:pt modelId="{78D088C1-EDA7-40B9-8A81-1638FCD9BEDE}" type="pres">
      <dgm:prSet presAssocID="{66258B63-A977-4599-BBBC-210147307FBD}" presName="thickLine" presStyleLbl="alignNode1" presStyleIdx="2" presStyleCnt="3"/>
      <dgm:spPr/>
    </dgm:pt>
    <dgm:pt modelId="{83A2508B-7E7A-4387-AAB0-B24F5E2368DA}" type="pres">
      <dgm:prSet presAssocID="{66258B63-A977-4599-BBBC-210147307FBD}" presName="horz1" presStyleCnt="0"/>
      <dgm:spPr/>
    </dgm:pt>
    <dgm:pt modelId="{F0FA0D04-19A5-4890-8E48-0C16C0B2045B}" type="pres">
      <dgm:prSet presAssocID="{66258B63-A977-4599-BBBC-210147307FBD}" presName="tx1" presStyleLbl="revTx" presStyleIdx="4" presStyleCnt="6"/>
      <dgm:spPr/>
    </dgm:pt>
    <dgm:pt modelId="{79D16CC6-AC34-4F20-AF77-22D0AF76DE78}" type="pres">
      <dgm:prSet presAssocID="{66258B63-A977-4599-BBBC-210147307FBD}" presName="vert1" presStyleCnt="0"/>
      <dgm:spPr/>
    </dgm:pt>
    <dgm:pt modelId="{915106D0-8B1B-4A73-AC5F-1B786A542506}" type="pres">
      <dgm:prSet presAssocID="{376EB083-CA67-4A5A-9768-28DC4C837774}" presName="vertSpace2a" presStyleCnt="0"/>
      <dgm:spPr/>
    </dgm:pt>
    <dgm:pt modelId="{76B59FE5-7953-4D79-9AD3-163B49D17D76}" type="pres">
      <dgm:prSet presAssocID="{376EB083-CA67-4A5A-9768-28DC4C837774}" presName="horz2" presStyleCnt="0"/>
      <dgm:spPr/>
    </dgm:pt>
    <dgm:pt modelId="{AE8D0FF9-B69D-4EE3-AF58-E4CDC429E253}" type="pres">
      <dgm:prSet presAssocID="{376EB083-CA67-4A5A-9768-28DC4C837774}" presName="horzSpace2" presStyleCnt="0"/>
      <dgm:spPr/>
    </dgm:pt>
    <dgm:pt modelId="{29295402-8455-4C6C-A901-9A8F3DC02D6D}" type="pres">
      <dgm:prSet presAssocID="{376EB083-CA67-4A5A-9768-28DC4C837774}" presName="tx2" presStyleLbl="revTx" presStyleIdx="5" presStyleCnt="6"/>
      <dgm:spPr/>
    </dgm:pt>
    <dgm:pt modelId="{14BC5B26-2654-4501-9C5E-18F5C9398916}" type="pres">
      <dgm:prSet presAssocID="{376EB083-CA67-4A5A-9768-28DC4C837774}" presName="vert2" presStyleCnt="0"/>
      <dgm:spPr/>
    </dgm:pt>
    <dgm:pt modelId="{FE2E54FC-5CB4-4D8C-9D24-C084A183BAFC}" type="pres">
      <dgm:prSet presAssocID="{376EB083-CA67-4A5A-9768-28DC4C837774}" presName="thinLine2b" presStyleLbl="callout" presStyleIdx="2" presStyleCnt="3"/>
      <dgm:spPr/>
    </dgm:pt>
    <dgm:pt modelId="{68FC248F-41C1-4084-AA55-BF968BA80862}" type="pres">
      <dgm:prSet presAssocID="{376EB083-CA67-4A5A-9768-28DC4C837774}" presName="vertSpace2b" presStyleCnt="0"/>
      <dgm:spPr/>
    </dgm:pt>
  </dgm:ptLst>
  <dgm:cxnLst>
    <dgm:cxn modelId="{1B6C100C-955F-4C4B-8022-355A21DE252B}" type="presOf" srcId="{69AF9988-8E91-41C7-9E3C-8C3CED0BB8B2}" destId="{AF59E679-794A-440F-A55A-1B42E52598BA}" srcOrd="0" destOrd="0" presId="urn:microsoft.com/office/officeart/2008/layout/LinedList"/>
    <dgm:cxn modelId="{EC13D61B-8EC3-4A27-A87E-18A4C4EF5E0D}" srcId="{69AF9988-8E91-41C7-9E3C-8C3CED0BB8B2}" destId="{66517E6C-3F26-4C9A-8BEA-BA11652921EC}" srcOrd="0" destOrd="0" parTransId="{154B5EA0-B3AD-46DA-8B4D-D04B0C68360A}" sibTransId="{05A52DAC-5714-415E-9612-E8C3441B2BC8}"/>
    <dgm:cxn modelId="{F0F33A37-382C-4A17-B14F-99C3F6E05998}" srcId="{69AF9988-8E91-41C7-9E3C-8C3CED0BB8B2}" destId="{66258B63-A977-4599-BBBC-210147307FBD}" srcOrd="2" destOrd="0" parTransId="{036AC4E0-7585-42AD-BEF5-9F81F962325E}" sibTransId="{010720F0-F87F-4698-A893-1BB8D1C5D80E}"/>
    <dgm:cxn modelId="{DC5B266B-F514-4E17-BBF9-85B9BA6F7A07}" type="presOf" srcId="{DC368AC0-7411-4B03-8CE6-12BE40CEDC55}" destId="{82179BE6-3469-4E27-8A5D-6585273BD462}" srcOrd="0" destOrd="0" presId="urn:microsoft.com/office/officeart/2008/layout/LinedList"/>
    <dgm:cxn modelId="{2DF09C6C-23CC-451C-B5F2-6E3389CD66A6}" srcId="{CE1EE004-9C3D-490D-91A5-B432CE0CE853}" destId="{DC368AC0-7411-4B03-8CE6-12BE40CEDC55}" srcOrd="0" destOrd="0" parTransId="{A53BDAEE-555D-4AAD-B3A9-B0CE02CC2DE0}" sibTransId="{061AF584-7223-4DEC-BDA9-49C1BEFC5CBE}"/>
    <dgm:cxn modelId="{C6057C4E-FFFF-431E-8F15-AED82EA5EC7A}" srcId="{66258B63-A977-4599-BBBC-210147307FBD}" destId="{376EB083-CA67-4A5A-9768-28DC4C837774}" srcOrd="0" destOrd="0" parTransId="{467EF808-EE9E-442A-B256-C8C2B6935A6E}" sibTransId="{B38948D4-8215-4385-9C84-B29616F7DD17}"/>
    <dgm:cxn modelId="{9261CC4E-C8CA-48C8-86D3-013293DABC71}" srcId="{69AF9988-8E91-41C7-9E3C-8C3CED0BB8B2}" destId="{CE1EE004-9C3D-490D-91A5-B432CE0CE853}" srcOrd="1" destOrd="0" parTransId="{42028FE7-F3EC-4495-BA3D-4B935D856022}" sibTransId="{1E210B61-6280-4260-AC32-76DAE258BD6B}"/>
    <dgm:cxn modelId="{9B0C27A3-F12B-4F04-97AB-488D90ED04F3}" type="presOf" srcId="{66517E6C-3F26-4C9A-8BEA-BA11652921EC}" destId="{91DDCB24-E547-40CE-8D94-0BF1128704FD}" srcOrd="0" destOrd="0" presId="urn:microsoft.com/office/officeart/2008/layout/LinedList"/>
    <dgm:cxn modelId="{D851BBDD-6E77-49F3-91A1-63AB8394CCF6}" type="presOf" srcId="{376EB083-CA67-4A5A-9768-28DC4C837774}" destId="{29295402-8455-4C6C-A901-9A8F3DC02D6D}" srcOrd="0" destOrd="0" presId="urn:microsoft.com/office/officeart/2008/layout/LinedList"/>
    <dgm:cxn modelId="{4CF6E5E2-4E83-4ACC-8BA5-FD356CB51FEB}" type="presOf" srcId="{66258B63-A977-4599-BBBC-210147307FBD}" destId="{F0FA0D04-19A5-4890-8E48-0C16C0B2045B}" srcOrd="0" destOrd="0" presId="urn:microsoft.com/office/officeart/2008/layout/LinedList"/>
    <dgm:cxn modelId="{204E6AE5-36D9-4068-AEB0-BD30A941A115}" type="presOf" srcId="{CE1EE004-9C3D-490D-91A5-B432CE0CE853}" destId="{D16BEB87-2DB3-4FEF-889B-738282805E2F}" srcOrd="0" destOrd="0" presId="urn:microsoft.com/office/officeart/2008/layout/LinedList"/>
    <dgm:cxn modelId="{3FC680E7-7D3F-419E-91D1-7727B85888DF}" srcId="{66517E6C-3F26-4C9A-8BEA-BA11652921EC}" destId="{20F4D247-1514-473B-AAD3-66D6BFCC18C9}" srcOrd="0" destOrd="0" parTransId="{D395ED36-C9C7-4FA7-86AE-7C29FCD9F2AC}" sibTransId="{81A5BC71-A91F-4CED-B63C-EAB0DCC509DF}"/>
    <dgm:cxn modelId="{CE5CBFF3-38C9-4A63-AD29-F433E12E04AB}" type="presOf" srcId="{20F4D247-1514-473B-AAD3-66D6BFCC18C9}" destId="{22C1C0EA-D207-42E6-A2E6-9B5577C37860}" srcOrd="0" destOrd="0" presId="urn:microsoft.com/office/officeart/2008/layout/LinedList"/>
    <dgm:cxn modelId="{52B17954-070C-4C29-A5CC-AC9B156E2C59}" type="presParOf" srcId="{AF59E679-794A-440F-A55A-1B42E52598BA}" destId="{B40DD4A7-8C5D-4C47-AAF7-A4D71247202B}" srcOrd="0" destOrd="0" presId="urn:microsoft.com/office/officeart/2008/layout/LinedList"/>
    <dgm:cxn modelId="{9C4CF693-1F75-418B-A035-D475B7C2F477}" type="presParOf" srcId="{AF59E679-794A-440F-A55A-1B42E52598BA}" destId="{47104ED2-D6C2-468F-904D-684F30D5222E}" srcOrd="1" destOrd="0" presId="urn:microsoft.com/office/officeart/2008/layout/LinedList"/>
    <dgm:cxn modelId="{DB6BCD71-C743-41A0-B2AB-09EC317DE96E}" type="presParOf" srcId="{47104ED2-D6C2-468F-904D-684F30D5222E}" destId="{91DDCB24-E547-40CE-8D94-0BF1128704FD}" srcOrd="0" destOrd="0" presId="urn:microsoft.com/office/officeart/2008/layout/LinedList"/>
    <dgm:cxn modelId="{A98B6675-A214-4271-BA1E-5C9193E62B21}" type="presParOf" srcId="{47104ED2-D6C2-468F-904D-684F30D5222E}" destId="{F83957FB-4BB1-47AC-87D9-DD5A20DE38AC}" srcOrd="1" destOrd="0" presId="urn:microsoft.com/office/officeart/2008/layout/LinedList"/>
    <dgm:cxn modelId="{6212FB8E-30D5-4EEC-A96B-6DFF39F6337F}" type="presParOf" srcId="{F83957FB-4BB1-47AC-87D9-DD5A20DE38AC}" destId="{EB64416C-0544-4FC4-B41D-BE80E2BAECF1}" srcOrd="0" destOrd="0" presId="urn:microsoft.com/office/officeart/2008/layout/LinedList"/>
    <dgm:cxn modelId="{B17B3EAC-D6B8-48A8-A957-2F581DD569D9}" type="presParOf" srcId="{F83957FB-4BB1-47AC-87D9-DD5A20DE38AC}" destId="{0415CA46-E65E-4391-988F-684317777BC8}" srcOrd="1" destOrd="0" presId="urn:microsoft.com/office/officeart/2008/layout/LinedList"/>
    <dgm:cxn modelId="{BBF19368-F0C8-478E-BDEB-BF855935FE28}" type="presParOf" srcId="{0415CA46-E65E-4391-988F-684317777BC8}" destId="{DDA21AA4-CF41-46ED-BF72-18992C3D1502}" srcOrd="0" destOrd="0" presId="urn:microsoft.com/office/officeart/2008/layout/LinedList"/>
    <dgm:cxn modelId="{D4E48C5F-0DCD-469F-A9A7-C857B27C0A20}" type="presParOf" srcId="{0415CA46-E65E-4391-988F-684317777BC8}" destId="{22C1C0EA-D207-42E6-A2E6-9B5577C37860}" srcOrd="1" destOrd="0" presId="urn:microsoft.com/office/officeart/2008/layout/LinedList"/>
    <dgm:cxn modelId="{555247D6-F740-4342-AA06-951CBCB8BE77}" type="presParOf" srcId="{0415CA46-E65E-4391-988F-684317777BC8}" destId="{8B7F0C19-7F2B-4510-AE8E-EC0829FAF5BA}" srcOrd="2" destOrd="0" presId="urn:microsoft.com/office/officeart/2008/layout/LinedList"/>
    <dgm:cxn modelId="{5FE9B8F3-4249-4579-BB7F-A01A5FA9F787}" type="presParOf" srcId="{F83957FB-4BB1-47AC-87D9-DD5A20DE38AC}" destId="{7781241B-C908-4D90-B440-2AE95B6C06D8}" srcOrd="2" destOrd="0" presId="urn:microsoft.com/office/officeart/2008/layout/LinedList"/>
    <dgm:cxn modelId="{2880045D-E19C-41EA-A714-B53814CB4904}" type="presParOf" srcId="{F83957FB-4BB1-47AC-87D9-DD5A20DE38AC}" destId="{B0466B53-100A-433A-BD1E-F3DE2CD73452}" srcOrd="3" destOrd="0" presId="urn:microsoft.com/office/officeart/2008/layout/LinedList"/>
    <dgm:cxn modelId="{0E6A96B3-BF76-4DBD-BE81-7E0751170B14}" type="presParOf" srcId="{AF59E679-794A-440F-A55A-1B42E52598BA}" destId="{44DC6179-A84A-4DF9-9128-1A9FFBB86687}" srcOrd="2" destOrd="0" presId="urn:microsoft.com/office/officeart/2008/layout/LinedList"/>
    <dgm:cxn modelId="{F83125B1-A19F-45CF-A81F-7711537FA29D}" type="presParOf" srcId="{AF59E679-794A-440F-A55A-1B42E52598BA}" destId="{EC992D4B-41B8-4094-B971-D373C06B458F}" srcOrd="3" destOrd="0" presId="urn:microsoft.com/office/officeart/2008/layout/LinedList"/>
    <dgm:cxn modelId="{FC690FDB-1940-42DE-826F-BC3750A02B4B}" type="presParOf" srcId="{EC992D4B-41B8-4094-B971-D373C06B458F}" destId="{D16BEB87-2DB3-4FEF-889B-738282805E2F}" srcOrd="0" destOrd="0" presId="urn:microsoft.com/office/officeart/2008/layout/LinedList"/>
    <dgm:cxn modelId="{A086DDD5-E19E-4F1C-9430-73487AA33E5C}" type="presParOf" srcId="{EC992D4B-41B8-4094-B971-D373C06B458F}" destId="{5BE4326C-377B-4503-8925-35F789B037F7}" srcOrd="1" destOrd="0" presId="urn:microsoft.com/office/officeart/2008/layout/LinedList"/>
    <dgm:cxn modelId="{DE25BA99-A328-4385-A76D-C6D9889BB3DF}" type="presParOf" srcId="{5BE4326C-377B-4503-8925-35F789B037F7}" destId="{5288807A-3AE8-4729-90E3-A905C7C70ACC}" srcOrd="0" destOrd="0" presId="urn:microsoft.com/office/officeart/2008/layout/LinedList"/>
    <dgm:cxn modelId="{64472397-CBB0-44BF-9112-4FC471AB2480}" type="presParOf" srcId="{5BE4326C-377B-4503-8925-35F789B037F7}" destId="{A1369426-12D6-4AC3-B2F5-ADAD4D597AF2}" srcOrd="1" destOrd="0" presId="urn:microsoft.com/office/officeart/2008/layout/LinedList"/>
    <dgm:cxn modelId="{CC7C45D1-7DA3-480C-ADF9-77FEA65B8E53}" type="presParOf" srcId="{A1369426-12D6-4AC3-B2F5-ADAD4D597AF2}" destId="{78667492-9852-44DA-8E78-A77D3C2AA807}" srcOrd="0" destOrd="0" presId="urn:microsoft.com/office/officeart/2008/layout/LinedList"/>
    <dgm:cxn modelId="{AE7DFD70-3A97-40A8-8104-5C4A421D0EF7}" type="presParOf" srcId="{A1369426-12D6-4AC3-B2F5-ADAD4D597AF2}" destId="{82179BE6-3469-4E27-8A5D-6585273BD462}" srcOrd="1" destOrd="0" presId="urn:microsoft.com/office/officeart/2008/layout/LinedList"/>
    <dgm:cxn modelId="{DF9D3500-29AB-4CFB-AFD6-BB875EE83FE4}" type="presParOf" srcId="{A1369426-12D6-4AC3-B2F5-ADAD4D597AF2}" destId="{AADA8EE5-9AD5-4777-B1D8-FA4BA71F3460}" srcOrd="2" destOrd="0" presId="urn:microsoft.com/office/officeart/2008/layout/LinedList"/>
    <dgm:cxn modelId="{D806E659-53FC-43E1-9C8D-F98309F70C47}" type="presParOf" srcId="{5BE4326C-377B-4503-8925-35F789B037F7}" destId="{5FD36F65-33F8-4E99-A14D-F65DFBD02391}" srcOrd="2" destOrd="0" presId="urn:microsoft.com/office/officeart/2008/layout/LinedList"/>
    <dgm:cxn modelId="{E586B237-FF66-457D-8D4E-D951E770AB0B}" type="presParOf" srcId="{5BE4326C-377B-4503-8925-35F789B037F7}" destId="{2324AB70-F709-469E-BC9E-CB43FE471C16}" srcOrd="3" destOrd="0" presId="urn:microsoft.com/office/officeart/2008/layout/LinedList"/>
    <dgm:cxn modelId="{8912B1DC-7EE1-4689-881A-2C26493281A1}" type="presParOf" srcId="{AF59E679-794A-440F-A55A-1B42E52598BA}" destId="{78D088C1-EDA7-40B9-8A81-1638FCD9BEDE}" srcOrd="4" destOrd="0" presId="urn:microsoft.com/office/officeart/2008/layout/LinedList"/>
    <dgm:cxn modelId="{74141417-4B9C-4938-8C6A-AC56AE58E648}" type="presParOf" srcId="{AF59E679-794A-440F-A55A-1B42E52598BA}" destId="{83A2508B-7E7A-4387-AAB0-B24F5E2368DA}" srcOrd="5" destOrd="0" presId="urn:microsoft.com/office/officeart/2008/layout/LinedList"/>
    <dgm:cxn modelId="{45D54BB0-52E1-4486-B285-47670BF97908}" type="presParOf" srcId="{83A2508B-7E7A-4387-AAB0-B24F5E2368DA}" destId="{F0FA0D04-19A5-4890-8E48-0C16C0B2045B}" srcOrd="0" destOrd="0" presId="urn:microsoft.com/office/officeart/2008/layout/LinedList"/>
    <dgm:cxn modelId="{630926F0-C4A5-4224-ABB9-07942999A88D}" type="presParOf" srcId="{83A2508B-7E7A-4387-AAB0-B24F5E2368DA}" destId="{79D16CC6-AC34-4F20-AF77-22D0AF76DE78}" srcOrd="1" destOrd="0" presId="urn:microsoft.com/office/officeart/2008/layout/LinedList"/>
    <dgm:cxn modelId="{F468F2AA-F46C-42AB-B3C8-477F09A5A8E7}" type="presParOf" srcId="{79D16CC6-AC34-4F20-AF77-22D0AF76DE78}" destId="{915106D0-8B1B-4A73-AC5F-1B786A542506}" srcOrd="0" destOrd="0" presId="urn:microsoft.com/office/officeart/2008/layout/LinedList"/>
    <dgm:cxn modelId="{8ADF797F-3C6D-400B-A5BF-D99C98A1C52F}" type="presParOf" srcId="{79D16CC6-AC34-4F20-AF77-22D0AF76DE78}" destId="{76B59FE5-7953-4D79-9AD3-163B49D17D76}" srcOrd="1" destOrd="0" presId="urn:microsoft.com/office/officeart/2008/layout/LinedList"/>
    <dgm:cxn modelId="{5DF78733-979B-43FA-A688-1DEC64DDDF58}" type="presParOf" srcId="{76B59FE5-7953-4D79-9AD3-163B49D17D76}" destId="{AE8D0FF9-B69D-4EE3-AF58-E4CDC429E253}" srcOrd="0" destOrd="0" presId="urn:microsoft.com/office/officeart/2008/layout/LinedList"/>
    <dgm:cxn modelId="{AD2325FF-BB10-47EB-8191-E0C1EF069E2E}" type="presParOf" srcId="{76B59FE5-7953-4D79-9AD3-163B49D17D76}" destId="{29295402-8455-4C6C-A901-9A8F3DC02D6D}" srcOrd="1" destOrd="0" presId="urn:microsoft.com/office/officeart/2008/layout/LinedList"/>
    <dgm:cxn modelId="{114A20C3-0F0A-472D-843F-ECE0D4217116}" type="presParOf" srcId="{76B59FE5-7953-4D79-9AD3-163B49D17D76}" destId="{14BC5B26-2654-4501-9C5E-18F5C9398916}" srcOrd="2" destOrd="0" presId="urn:microsoft.com/office/officeart/2008/layout/LinedList"/>
    <dgm:cxn modelId="{B6B48226-2D4F-48C7-8C54-7D8144B43862}" type="presParOf" srcId="{79D16CC6-AC34-4F20-AF77-22D0AF76DE78}" destId="{FE2E54FC-5CB4-4D8C-9D24-C084A183BAFC}" srcOrd="2" destOrd="0" presId="urn:microsoft.com/office/officeart/2008/layout/LinedList"/>
    <dgm:cxn modelId="{C037D44F-2063-42E9-B1FF-CD6067802965}" type="presParOf" srcId="{79D16CC6-AC34-4F20-AF77-22D0AF76DE78}" destId="{68FC248F-41C1-4084-AA55-BF968BA80862}"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258D03-6DE0-45FE-B3B6-D3C9A3217535}"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D5599E5B-AE05-4D20-9A54-85D1C8E4A71E}">
      <dgm:prSet custT="1"/>
      <dgm:spPr/>
      <dgm:t>
        <a:bodyPr/>
        <a:lstStyle/>
        <a:p>
          <a:r>
            <a:rPr lang="en-US" sz="2400"/>
            <a:t>Improved RTL Quality </a:t>
          </a:r>
        </a:p>
      </dgm:t>
    </dgm:pt>
    <dgm:pt modelId="{C990452A-B993-43B0-86C4-D701D9644826}" type="parTrans" cxnId="{5AD5B061-9F99-4068-8275-665AD9C38F57}">
      <dgm:prSet/>
      <dgm:spPr/>
      <dgm:t>
        <a:bodyPr/>
        <a:lstStyle/>
        <a:p>
          <a:endParaRPr lang="en-US"/>
        </a:p>
      </dgm:t>
    </dgm:pt>
    <dgm:pt modelId="{AE36624D-AB7D-4C13-BA27-BAB881CC15E5}" type="sibTrans" cxnId="{5AD5B061-9F99-4068-8275-665AD9C38F57}">
      <dgm:prSet/>
      <dgm:spPr/>
      <dgm:t>
        <a:bodyPr/>
        <a:lstStyle/>
        <a:p>
          <a:endParaRPr lang="en-US"/>
        </a:p>
      </dgm:t>
    </dgm:pt>
    <dgm:pt modelId="{28AC3741-F6AA-4ECA-8D8D-AA1E34F1B20A}">
      <dgm:prSet custT="1"/>
      <dgm:spPr/>
      <dgm:t>
        <a:bodyPr/>
        <a:lstStyle/>
        <a:p>
          <a:r>
            <a:rPr lang="en-US" sz="2000"/>
            <a:t>Consolidate disparate checks into a standardized location</a:t>
          </a:r>
        </a:p>
      </dgm:t>
    </dgm:pt>
    <dgm:pt modelId="{BFDF1683-D7C0-42AA-959B-1CA5A54D29B8}" type="parTrans" cxnId="{DA068786-A1D4-429A-A48A-AA51D8846C50}">
      <dgm:prSet/>
      <dgm:spPr/>
      <dgm:t>
        <a:bodyPr/>
        <a:lstStyle/>
        <a:p>
          <a:endParaRPr lang="en-US"/>
        </a:p>
      </dgm:t>
    </dgm:pt>
    <dgm:pt modelId="{658FAFB3-756D-43C7-9C92-2DD5E296DA60}" type="sibTrans" cxnId="{DA068786-A1D4-429A-A48A-AA51D8846C50}">
      <dgm:prSet/>
      <dgm:spPr/>
      <dgm:t>
        <a:bodyPr/>
        <a:lstStyle/>
        <a:p>
          <a:endParaRPr lang="en-US"/>
        </a:p>
      </dgm:t>
    </dgm:pt>
    <dgm:pt modelId="{76F747A1-8ADF-4978-BC38-1A0239F22779}">
      <dgm:prSet custT="1"/>
      <dgm:spPr/>
      <dgm:t>
        <a:bodyPr/>
        <a:lstStyle/>
        <a:p>
          <a:r>
            <a:rPr lang="en-US" sz="2000"/>
            <a:t>Unified verification for all IPs</a:t>
          </a:r>
        </a:p>
      </dgm:t>
    </dgm:pt>
    <dgm:pt modelId="{0D7C7F28-FB11-4379-AA96-CC250962414A}" type="parTrans" cxnId="{971E1B76-B19A-4AD5-9331-69EEBC7D64E2}">
      <dgm:prSet/>
      <dgm:spPr/>
      <dgm:t>
        <a:bodyPr/>
        <a:lstStyle/>
        <a:p>
          <a:endParaRPr lang="en-US"/>
        </a:p>
      </dgm:t>
    </dgm:pt>
    <dgm:pt modelId="{CCE7F01C-E260-4FF2-8B2A-8DB58916B276}" type="sibTrans" cxnId="{971E1B76-B19A-4AD5-9331-69EEBC7D64E2}">
      <dgm:prSet/>
      <dgm:spPr/>
      <dgm:t>
        <a:bodyPr/>
        <a:lstStyle/>
        <a:p>
          <a:endParaRPr lang="en-US"/>
        </a:p>
      </dgm:t>
    </dgm:pt>
    <dgm:pt modelId="{C335CA1E-A4CE-4CF0-8CCF-A369A39CBE65}">
      <dgm:prSet custT="1"/>
      <dgm:spPr/>
      <dgm:t>
        <a:bodyPr/>
        <a:lstStyle/>
        <a:p>
          <a:r>
            <a:rPr lang="en-US" sz="2400"/>
            <a:t>Reduced Verification Time</a:t>
          </a:r>
        </a:p>
      </dgm:t>
    </dgm:pt>
    <dgm:pt modelId="{4D9B5AC1-846D-4CE6-850F-E00B6DA14F84}" type="parTrans" cxnId="{916863AC-E237-4B1E-B270-D878C301ECC5}">
      <dgm:prSet/>
      <dgm:spPr/>
      <dgm:t>
        <a:bodyPr/>
        <a:lstStyle/>
        <a:p>
          <a:endParaRPr lang="en-US"/>
        </a:p>
      </dgm:t>
    </dgm:pt>
    <dgm:pt modelId="{493BD989-ECFC-4DB0-B1D4-7AD2C468E268}" type="sibTrans" cxnId="{916863AC-E237-4B1E-B270-D878C301ECC5}">
      <dgm:prSet/>
      <dgm:spPr/>
      <dgm:t>
        <a:bodyPr/>
        <a:lstStyle/>
        <a:p>
          <a:endParaRPr lang="en-US"/>
        </a:p>
      </dgm:t>
    </dgm:pt>
    <dgm:pt modelId="{9CDB0E35-7A14-4F64-8B42-9CE6F2B42E0C}">
      <dgm:prSet custT="1"/>
      <dgm:spPr/>
      <dgm:t>
        <a:bodyPr/>
        <a:lstStyle/>
        <a:p>
          <a:r>
            <a:rPr lang="en-US" sz="1800"/>
            <a:t>Shift left structural verification into defined stages for consistency</a:t>
          </a:r>
        </a:p>
      </dgm:t>
    </dgm:pt>
    <dgm:pt modelId="{AEFA43B9-506D-47E3-9B46-A5BCF1E19AE8}" type="parTrans" cxnId="{78D4FBBA-5DDF-4139-9F95-25F886DFA72F}">
      <dgm:prSet/>
      <dgm:spPr/>
      <dgm:t>
        <a:bodyPr/>
        <a:lstStyle/>
        <a:p>
          <a:endParaRPr lang="en-US"/>
        </a:p>
      </dgm:t>
    </dgm:pt>
    <dgm:pt modelId="{87C4238B-2184-42A0-B997-702D75F29535}" type="sibTrans" cxnId="{78D4FBBA-5DDF-4139-9F95-25F886DFA72F}">
      <dgm:prSet/>
      <dgm:spPr/>
      <dgm:t>
        <a:bodyPr/>
        <a:lstStyle/>
        <a:p>
          <a:endParaRPr lang="en-US"/>
        </a:p>
      </dgm:t>
    </dgm:pt>
    <dgm:pt modelId="{EE1D58F8-89F9-4887-A1CB-94A697CFC47E}">
      <dgm:prSet custT="1"/>
      <dgm:spPr/>
      <dgm:t>
        <a:bodyPr/>
        <a:lstStyle/>
        <a:p>
          <a:r>
            <a:rPr lang="en-US" sz="1800"/>
            <a:t>Easy to setup for new users</a:t>
          </a:r>
        </a:p>
      </dgm:t>
    </dgm:pt>
    <dgm:pt modelId="{C87A1BCA-F215-4C9F-95EE-74459EE684E3}" type="parTrans" cxnId="{AD0EDCB4-0134-4D3C-ABE0-58D2638EC4AD}">
      <dgm:prSet/>
      <dgm:spPr/>
      <dgm:t>
        <a:bodyPr/>
        <a:lstStyle/>
        <a:p>
          <a:endParaRPr lang="en-US"/>
        </a:p>
      </dgm:t>
    </dgm:pt>
    <dgm:pt modelId="{7F428723-598C-4C47-AED5-24BEF9E6727A}" type="sibTrans" cxnId="{AD0EDCB4-0134-4D3C-ABE0-58D2638EC4AD}">
      <dgm:prSet/>
      <dgm:spPr/>
      <dgm:t>
        <a:bodyPr/>
        <a:lstStyle/>
        <a:p>
          <a:endParaRPr lang="en-US"/>
        </a:p>
      </dgm:t>
    </dgm:pt>
    <dgm:pt modelId="{33F85EE1-B8AD-453B-A33D-B986DC0F7DBA}">
      <dgm:prSet custT="1"/>
      <dgm:spPr/>
      <dgm:t>
        <a:bodyPr/>
        <a:lstStyle/>
        <a:p>
          <a:r>
            <a:rPr lang="en-US" sz="1800"/>
            <a:t>Ensure all checks standardize on a unified reporting mechanism for easy data analysis</a:t>
          </a:r>
        </a:p>
      </dgm:t>
    </dgm:pt>
    <dgm:pt modelId="{EC99E7C9-0210-48A5-B5B2-D694A2141E8F}" type="parTrans" cxnId="{1EF22A76-2B3E-4547-8857-5803CC20FF05}">
      <dgm:prSet/>
      <dgm:spPr/>
      <dgm:t>
        <a:bodyPr/>
        <a:lstStyle/>
        <a:p>
          <a:endParaRPr lang="en-US"/>
        </a:p>
      </dgm:t>
    </dgm:pt>
    <dgm:pt modelId="{94705C9F-795E-4597-8AFB-B9D1761DC6E5}" type="sibTrans" cxnId="{1EF22A76-2B3E-4547-8857-5803CC20FF05}">
      <dgm:prSet/>
      <dgm:spPr/>
      <dgm:t>
        <a:bodyPr/>
        <a:lstStyle/>
        <a:p>
          <a:endParaRPr lang="en-US"/>
        </a:p>
      </dgm:t>
    </dgm:pt>
    <dgm:pt modelId="{CA500B59-5428-4114-A7C9-89418F83EFB7}">
      <dgm:prSet custT="1"/>
      <dgm:spPr/>
      <dgm:t>
        <a:bodyPr/>
        <a:lstStyle/>
        <a:p>
          <a:r>
            <a:rPr lang="en-US" sz="1800"/>
            <a:t>Comprehensive check visualization which allows intuitive user optimization of runtime performance</a:t>
          </a:r>
        </a:p>
      </dgm:t>
    </dgm:pt>
    <dgm:pt modelId="{F4C329C8-25CE-4923-AC97-36EDC2C2A351}" type="parTrans" cxnId="{447E138E-9910-4ED9-9C78-834558BC7A03}">
      <dgm:prSet/>
      <dgm:spPr/>
      <dgm:t>
        <a:bodyPr/>
        <a:lstStyle/>
        <a:p>
          <a:endParaRPr lang="en-US"/>
        </a:p>
      </dgm:t>
    </dgm:pt>
    <dgm:pt modelId="{BFA5F223-82D0-484B-8B57-F273E2C46EFA}" type="sibTrans" cxnId="{447E138E-9910-4ED9-9C78-834558BC7A03}">
      <dgm:prSet/>
      <dgm:spPr/>
      <dgm:t>
        <a:bodyPr/>
        <a:lstStyle/>
        <a:p>
          <a:endParaRPr lang="en-US"/>
        </a:p>
      </dgm:t>
    </dgm:pt>
    <dgm:pt modelId="{7EEF8718-32B0-4BE9-BF5D-BAFF00243940}" type="pres">
      <dgm:prSet presAssocID="{F7258D03-6DE0-45FE-B3B6-D3C9A3217535}" presName="linear" presStyleCnt="0">
        <dgm:presLayoutVars>
          <dgm:animLvl val="lvl"/>
          <dgm:resizeHandles val="exact"/>
        </dgm:presLayoutVars>
      </dgm:prSet>
      <dgm:spPr/>
    </dgm:pt>
    <dgm:pt modelId="{135679D1-D80D-4D48-BD00-D212958BF2AD}" type="pres">
      <dgm:prSet presAssocID="{D5599E5B-AE05-4D20-9A54-85D1C8E4A71E}" presName="parentText" presStyleLbl="node1" presStyleIdx="0" presStyleCnt="2">
        <dgm:presLayoutVars>
          <dgm:chMax val="0"/>
          <dgm:bulletEnabled val="1"/>
        </dgm:presLayoutVars>
      </dgm:prSet>
      <dgm:spPr/>
    </dgm:pt>
    <dgm:pt modelId="{FDD67FA8-2750-48E9-BA56-092BF077F86C}" type="pres">
      <dgm:prSet presAssocID="{D5599E5B-AE05-4D20-9A54-85D1C8E4A71E}" presName="childText" presStyleLbl="revTx" presStyleIdx="0" presStyleCnt="2">
        <dgm:presLayoutVars>
          <dgm:bulletEnabled val="1"/>
        </dgm:presLayoutVars>
      </dgm:prSet>
      <dgm:spPr/>
    </dgm:pt>
    <dgm:pt modelId="{D972A5D7-7C83-4EE8-A1AB-08AF916B878A}" type="pres">
      <dgm:prSet presAssocID="{C335CA1E-A4CE-4CF0-8CCF-A369A39CBE65}" presName="parentText" presStyleLbl="node1" presStyleIdx="1" presStyleCnt="2">
        <dgm:presLayoutVars>
          <dgm:chMax val="0"/>
          <dgm:bulletEnabled val="1"/>
        </dgm:presLayoutVars>
      </dgm:prSet>
      <dgm:spPr/>
    </dgm:pt>
    <dgm:pt modelId="{ACC65691-A766-43C6-B231-DA3683702E7B}" type="pres">
      <dgm:prSet presAssocID="{C335CA1E-A4CE-4CF0-8CCF-A369A39CBE65}" presName="childText" presStyleLbl="revTx" presStyleIdx="1" presStyleCnt="2">
        <dgm:presLayoutVars>
          <dgm:bulletEnabled val="1"/>
        </dgm:presLayoutVars>
      </dgm:prSet>
      <dgm:spPr/>
    </dgm:pt>
  </dgm:ptLst>
  <dgm:cxnLst>
    <dgm:cxn modelId="{E490BE1E-5813-4BB6-B30C-A8E72536D7C4}" type="presOf" srcId="{CA500B59-5428-4114-A7C9-89418F83EFB7}" destId="{ACC65691-A766-43C6-B231-DA3683702E7B}" srcOrd="0" destOrd="3" presId="urn:microsoft.com/office/officeart/2005/8/layout/vList2"/>
    <dgm:cxn modelId="{BA23A720-D940-4019-B457-3A8E136FEB1B}" type="presOf" srcId="{76F747A1-8ADF-4978-BC38-1A0239F22779}" destId="{FDD67FA8-2750-48E9-BA56-092BF077F86C}" srcOrd="0" destOrd="1" presId="urn:microsoft.com/office/officeart/2005/8/layout/vList2"/>
    <dgm:cxn modelId="{750EEC5C-9998-4FD9-9F10-F1D2A4DABAB1}" type="presOf" srcId="{9CDB0E35-7A14-4F64-8B42-9CE6F2B42E0C}" destId="{ACC65691-A766-43C6-B231-DA3683702E7B}" srcOrd="0" destOrd="0" presId="urn:microsoft.com/office/officeart/2005/8/layout/vList2"/>
    <dgm:cxn modelId="{5AD5B061-9F99-4068-8275-665AD9C38F57}" srcId="{F7258D03-6DE0-45FE-B3B6-D3C9A3217535}" destId="{D5599E5B-AE05-4D20-9A54-85D1C8E4A71E}" srcOrd="0" destOrd="0" parTransId="{C990452A-B993-43B0-86C4-D701D9644826}" sibTransId="{AE36624D-AB7D-4C13-BA27-BAB881CC15E5}"/>
    <dgm:cxn modelId="{940C6E48-CF18-4F14-B0B4-6B41EC746079}" type="presOf" srcId="{F7258D03-6DE0-45FE-B3B6-D3C9A3217535}" destId="{7EEF8718-32B0-4BE9-BF5D-BAFF00243940}" srcOrd="0" destOrd="0" presId="urn:microsoft.com/office/officeart/2005/8/layout/vList2"/>
    <dgm:cxn modelId="{971E1B76-B19A-4AD5-9331-69EEBC7D64E2}" srcId="{D5599E5B-AE05-4D20-9A54-85D1C8E4A71E}" destId="{76F747A1-8ADF-4978-BC38-1A0239F22779}" srcOrd="1" destOrd="0" parTransId="{0D7C7F28-FB11-4379-AA96-CC250962414A}" sibTransId="{CCE7F01C-E260-4FF2-8B2A-8DB58916B276}"/>
    <dgm:cxn modelId="{1EF22A76-2B3E-4547-8857-5803CC20FF05}" srcId="{C335CA1E-A4CE-4CF0-8CCF-A369A39CBE65}" destId="{33F85EE1-B8AD-453B-A33D-B986DC0F7DBA}" srcOrd="2" destOrd="0" parTransId="{EC99E7C9-0210-48A5-B5B2-D694A2141E8F}" sibTransId="{94705C9F-795E-4597-8AFB-B9D1761DC6E5}"/>
    <dgm:cxn modelId="{DA068786-A1D4-429A-A48A-AA51D8846C50}" srcId="{D5599E5B-AE05-4D20-9A54-85D1C8E4A71E}" destId="{28AC3741-F6AA-4ECA-8D8D-AA1E34F1B20A}" srcOrd="0" destOrd="0" parTransId="{BFDF1683-D7C0-42AA-959B-1CA5A54D29B8}" sibTransId="{658FAFB3-756D-43C7-9C92-2DD5E296DA60}"/>
    <dgm:cxn modelId="{447E138E-9910-4ED9-9C78-834558BC7A03}" srcId="{C335CA1E-A4CE-4CF0-8CCF-A369A39CBE65}" destId="{CA500B59-5428-4114-A7C9-89418F83EFB7}" srcOrd="3" destOrd="0" parTransId="{F4C329C8-25CE-4923-AC97-36EDC2C2A351}" sibTransId="{BFA5F223-82D0-484B-8B57-F273E2C46EFA}"/>
    <dgm:cxn modelId="{45E23CA6-885A-4941-A074-EAFC8E159C1E}" type="presOf" srcId="{EE1D58F8-89F9-4887-A1CB-94A697CFC47E}" destId="{ACC65691-A766-43C6-B231-DA3683702E7B}" srcOrd="0" destOrd="1" presId="urn:microsoft.com/office/officeart/2005/8/layout/vList2"/>
    <dgm:cxn modelId="{916863AC-E237-4B1E-B270-D878C301ECC5}" srcId="{F7258D03-6DE0-45FE-B3B6-D3C9A3217535}" destId="{C335CA1E-A4CE-4CF0-8CCF-A369A39CBE65}" srcOrd="1" destOrd="0" parTransId="{4D9B5AC1-846D-4CE6-850F-E00B6DA14F84}" sibTransId="{493BD989-ECFC-4DB0-B1D4-7AD2C468E268}"/>
    <dgm:cxn modelId="{AD0EDCB4-0134-4D3C-ABE0-58D2638EC4AD}" srcId="{C335CA1E-A4CE-4CF0-8CCF-A369A39CBE65}" destId="{EE1D58F8-89F9-4887-A1CB-94A697CFC47E}" srcOrd="1" destOrd="0" parTransId="{C87A1BCA-F215-4C9F-95EE-74459EE684E3}" sibTransId="{7F428723-598C-4C47-AED5-24BEF9E6727A}"/>
    <dgm:cxn modelId="{78D4FBBA-5DDF-4139-9F95-25F886DFA72F}" srcId="{C335CA1E-A4CE-4CF0-8CCF-A369A39CBE65}" destId="{9CDB0E35-7A14-4F64-8B42-9CE6F2B42E0C}" srcOrd="0" destOrd="0" parTransId="{AEFA43B9-506D-47E3-9B46-A5BCF1E19AE8}" sibTransId="{87C4238B-2184-42A0-B997-702D75F29535}"/>
    <dgm:cxn modelId="{B6A83DCF-513E-4200-AAF9-1B844E7C053B}" type="presOf" srcId="{C335CA1E-A4CE-4CF0-8CCF-A369A39CBE65}" destId="{D972A5D7-7C83-4EE8-A1AB-08AF916B878A}" srcOrd="0" destOrd="0" presId="urn:microsoft.com/office/officeart/2005/8/layout/vList2"/>
    <dgm:cxn modelId="{1084C0D2-AF61-4C74-933A-068628BCE412}" type="presOf" srcId="{33F85EE1-B8AD-453B-A33D-B986DC0F7DBA}" destId="{ACC65691-A766-43C6-B231-DA3683702E7B}" srcOrd="0" destOrd="2" presId="urn:microsoft.com/office/officeart/2005/8/layout/vList2"/>
    <dgm:cxn modelId="{E90ABCD5-1C91-4814-85CC-682CD1AAA0F8}" type="presOf" srcId="{D5599E5B-AE05-4D20-9A54-85D1C8E4A71E}" destId="{135679D1-D80D-4D48-BD00-D212958BF2AD}" srcOrd="0" destOrd="0" presId="urn:microsoft.com/office/officeart/2005/8/layout/vList2"/>
    <dgm:cxn modelId="{2E9760D8-BF52-42B2-8605-E741DF3B113C}" type="presOf" srcId="{28AC3741-F6AA-4ECA-8D8D-AA1E34F1B20A}" destId="{FDD67FA8-2750-48E9-BA56-092BF077F86C}" srcOrd="0" destOrd="0" presId="urn:microsoft.com/office/officeart/2005/8/layout/vList2"/>
    <dgm:cxn modelId="{D44A0CDA-658C-45DB-AC3E-AE4D0CA9B581}" type="presParOf" srcId="{7EEF8718-32B0-4BE9-BF5D-BAFF00243940}" destId="{135679D1-D80D-4D48-BD00-D212958BF2AD}" srcOrd="0" destOrd="0" presId="urn:microsoft.com/office/officeart/2005/8/layout/vList2"/>
    <dgm:cxn modelId="{3E80F573-531A-412B-8469-1ABD1B6BF1BE}" type="presParOf" srcId="{7EEF8718-32B0-4BE9-BF5D-BAFF00243940}" destId="{FDD67FA8-2750-48E9-BA56-092BF077F86C}" srcOrd="1" destOrd="0" presId="urn:microsoft.com/office/officeart/2005/8/layout/vList2"/>
    <dgm:cxn modelId="{16C9BF10-B3EE-463E-941A-AEF1D68694ED}" type="presParOf" srcId="{7EEF8718-32B0-4BE9-BF5D-BAFF00243940}" destId="{D972A5D7-7C83-4EE8-A1AB-08AF916B878A}" srcOrd="2" destOrd="0" presId="urn:microsoft.com/office/officeart/2005/8/layout/vList2"/>
    <dgm:cxn modelId="{68888C13-AFF4-4CDA-B96E-38B06E72C217}" type="presParOf" srcId="{7EEF8718-32B0-4BE9-BF5D-BAFF00243940}" destId="{ACC65691-A766-43C6-B231-DA3683702E7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FFFE74-561E-437D-88F5-9D79EC8FC485}"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B4A7DE3D-F7BC-4CC0-8619-450A70153C3D}">
      <dgm:prSet/>
      <dgm:spPr/>
      <dgm:t>
        <a:bodyPr/>
        <a:lstStyle/>
        <a:p>
          <a:r>
            <a:rPr lang="en-US" b="1"/>
            <a:t>Why Change?</a:t>
          </a:r>
          <a:endParaRPr lang="en-US"/>
        </a:p>
      </dgm:t>
    </dgm:pt>
    <dgm:pt modelId="{944614C4-325F-4DA7-9660-9D4FBA815548}" type="parTrans" cxnId="{735EAFAB-04A9-473F-9296-07AB303B0513}">
      <dgm:prSet/>
      <dgm:spPr/>
      <dgm:t>
        <a:bodyPr/>
        <a:lstStyle/>
        <a:p>
          <a:endParaRPr lang="en-US"/>
        </a:p>
      </dgm:t>
    </dgm:pt>
    <dgm:pt modelId="{9210E6CB-9CE0-4CF2-89AC-E528DBCB58A3}" type="sibTrans" cxnId="{735EAFAB-04A9-473F-9296-07AB303B0513}">
      <dgm:prSet/>
      <dgm:spPr/>
      <dgm:t>
        <a:bodyPr/>
        <a:lstStyle/>
        <a:p>
          <a:endParaRPr lang="en-US"/>
        </a:p>
      </dgm:t>
    </dgm:pt>
    <dgm:pt modelId="{4890E0D7-E1B0-41AD-A7BD-43331D93412E}">
      <dgm:prSet/>
      <dgm:spPr/>
      <dgm:t>
        <a:bodyPr/>
        <a:lstStyle/>
        <a:p>
          <a:r>
            <a:rPr lang="en-US" b="1"/>
            <a:t>Benefits</a:t>
          </a:r>
          <a:endParaRPr lang="en-US"/>
        </a:p>
      </dgm:t>
    </dgm:pt>
    <dgm:pt modelId="{360B4C70-BD4D-4B42-A18C-53B8B7F6AE1B}" type="parTrans" cxnId="{08161D75-B451-4A56-BBD2-3C70888D65F4}">
      <dgm:prSet/>
      <dgm:spPr/>
      <dgm:t>
        <a:bodyPr/>
        <a:lstStyle/>
        <a:p>
          <a:endParaRPr lang="en-US"/>
        </a:p>
      </dgm:t>
    </dgm:pt>
    <dgm:pt modelId="{56C73517-D538-4C99-B9B0-70B30BEA2181}" type="sibTrans" cxnId="{08161D75-B451-4A56-BBD2-3C70888D65F4}">
      <dgm:prSet/>
      <dgm:spPr/>
      <dgm:t>
        <a:bodyPr/>
        <a:lstStyle/>
        <a:p>
          <a:endParaRPr lang="en-US"/>
        </a:p>
      </dgm:t>
    </dgm:pt>
    <dgm:pt modelId="{DA98C829-F440-42B5-B019-386E46A920F3}">
      <dgm:prSet/>
      <dgm:spPr/>
      <dgm:t>
        <a:bodyPr/>
        <a:lstStyle/>
        <a:p>
          <a:r>
            <a:rPr lang="en-US"/>
            <a:t>Current flow waits for full-chip feedback at gate-level</a:t>
          </a:r>
        </a:p>
      </dgm:t>
    </dgm:pt>
    <dgm:pt modelId="{5A305BC3-4A8E-4ED8-A57A-845DD936B9AF}" type="parTrans" cxnId="{C6FF9828-6E35-4527-A540-674C14B488EB}">
      <dgm:prSet/>
      <dgm:spPr/>
      <dgm:t>
        <a:bodyPr/>
        <a:lstStyle/>
        <a:p>
          <a:endParaRPr lang="en-US"/>
        </a:p>
      </dgm:t>
    </dgm:pt>
    <dgm:pt modelId="{011141FB-5EF0-40A1-8D6B-CAB8EDA633D5}" type="sibTrans" cxnId="{C6FF9828-6E35-4527-A540-674C14B488EB}">
      <dgm:prSet/>
      <dgm:spPr/>
      <dgm:t>
        <a:bodyPr/>
        <a:lstStyle/>
        <a:p>
          <a:endParaRPr lang="en-US"/>
        </a:p>
      </dgm:t>
    </dgm:pt>
    <dgm:pt modelId="{DC28E3F0-0792-4E00-8256-253955C54B6F}">
      <dgm:prSet/>
      <dgm:spPr/>
      <dgm:t>
        <a:bodyPr/>
        <a:lstStyle/>
        <a:p>
          <a:r>
            <a:rPr lang="en-US" b="1"/>
            <a:t>New Approach</a:t>
          </a:r>
          <a:endParaRPr lang="en-US"/>
        </a:p>
      </dgm:t>
    </dgm:pt>
    <dgm:pt modelId="{588291EB-9752-48F6-8EC9-4BCAB486CC82}" type="parTrans" cxnId="{D02B7874-88CE-4AC3-A162-CF91FBBE61C3}">
      <dgm:prSet/>
      <dgm:spPr/>
      <dgm:t>
        <a:bodyPr/>
        <a:lstStyle/>
        <a:p>
          <a:endParaRPr lang="en-US"/>
        </a:p>
      </dgm:t>
    </dgm:pt>
    <dgm:pt modelId="{5FEB9FEC-1831-4327-81AF-512F5344F9A0}" type="sibTrans" cxnId="{D02B7874-88CE-4AC3-A162-CF91FBBE61C3}">
      <dgm:prSet/>
      <dgm:spPr/>
      <dgm:t>
        <a:bodyPr/>
        <a:lstStyle/>
        <a:p>
          <a:endParaRPr lang="en-US"/>
        </a:p>
      </dgm:t>
    </dgm:pt>
    <dgm:pt modelId="{3C2393EF-B448-4E7A-8CF1-525FB0195B2E}">
      <dgm:prSet/>
      <dgm:spPr/>
      <dgm:t>
        <a:bodyPr/>
        <a:lstStyle/>
        <a:p>
          <a:r>
            <a:rPr lang="en-US"/>
            <a:t>Validate constraints early at  RTL stage</a:t>
          </a:r>
        </a:p>
      </dgm:t>
    </dgm:pt>
    <dgm:pt modelId="{369A40B7-2F15-4620-878B-2194DAADD8E3}" type="parTrans" cxnId="{FB7D9B27-F29B-4CA4-A969-96316F5070E1}">
      <dgm:prSet/>
      <dgm:spPr/>
      <dgm:t>
        <a:bodyPr/>
        <a:lstStyle/>
        <a:p>
          <a:endParaRPr lang="en-US"/>
        </a:p>
      </dgm:t>
    </dgm:pt>
    <dgm:pt modelId="{3E6B9980-5813-427C-97AA-D5449E947518}" type="sibTrans" cxnId="{FB7D9B27-F29B-4CA4-A969-96316F5070E1}">
      <dgm:prSet/>
      <dgm:spPr/>
      <dgm:t>
        <a:bodyPr/>
        <a:lstStyle/>
        <a:p>
          <a:endParaRPr lang="en-US"/>
        </a:p>
      </dgm:t>
    </dgm:pt>
    <dgm:pt modelId="{A3C63222-A353-490E-B2E5-FA36D43E8088}">
      <dgm:prSet/>
      <dgm:spPr/>
      <dgm:t>
        <a:bodyPr/>
        <a:lstStyle/>
        <a:p>
          <a:endParaRPr lang="en-US"/>
        </a:p>
      </dgm:t>
    </dgm:pt>
    <dgm:pt modelId="{8FCF2260-8E6C-4E7D-9FD5-9EEC88242583}" type="parTrans" cxnId="{1D84D9E1-9F56-4464-B3B3-3B55237FE9E2}">
      <dgm:prSet/>
      <dgm:spPr/>
      <dgm:t>
        <a:bodyPr/>
        <a:lstStyle/>
        <a:p>
          <a:endParaRPr lang="en-US"/>
        </a:p>
      </dgm:t>
    </dgm:pt>
    <dgm:pt modelId="{FF83C8C0-3371-4B93-ADE1-686264D36F5E}" type="sibTrans" cxnId="{1D84D9E1-9F56-4464-B3B3-3B55237FE9E2}">
      <dgm:prSet/>
      <dgm:spPr/>
      <dgm:t>
        <a:bodyPr/>
        <a:lstStyle/>
        <a:p>
          <a:endParaRPr lang="en-US"/>
        </a:p>
      </dgm:t>
    </dgm:pt>
    <dgm:pt modelId="{8014120E-C8A3-4585-BA50-0A19E639CEEF}">
      <dgm:prSet/>
      <dgm:spPr/>
      <dgm:t>
        <a:bodyPr/>
        <a:lstStyle/>
        <a:p>
          <a:endParaRPr lang="en-US"/>
        </a:p>
      </dgm:t>
    </dgm:pt>
    <dgm:pt modelId="{62328FB1-94AC-4CB9-9B13-7217167AB08A}" type="parTrans" cxnId="{863C00E1-E3BA-443A-934C-547534AE2B84}">
      <dgm:prSet/>
      <dgm:spPr/>
      <dgm:t>
        <a:bodyPr/>
        <a:lstStyle/>
        <a:p>
          <a:endParaRPr lang="en-US"/>
        </a:p>
      </dgm:t>
    </dgm:pt>
    <dgm:pt modelId="{84E8BAC1-B1D6-47BC-B1DA-06BD25D01219}" type="sibTrans" cxnId="{863C00E1-E3BA-443A-934C-547534AE2B84}">
      <dgm:prSet/>
      <dgm:spPr/>
      <dgm:t>
        <a:bodyPr/>
        <a:lstStyle/>
        <a:p>
          <a:endParaRPr lang="en-US"/>
        </a:p>
      </dgm:t>
    </dgm:pt>
    <dgm:pt modelId="{1C7522A8-C82B-46BF-86F5-30FAB1BEF1E1}">
      <dgm:prSet/>
      <dgm:spPr/>
      <dgm:t>
        <a:bodyPr/>
        <a:lstStyle/>
        <a:p>
          <a:r>
            <a:rPr lang="en-US"/>
            <a:t>Feedback comes late → costly fixes and schedule delays</a:t>
          </a:r>
        </a:p>
      </dgm:t>
    </dgm:pt>
    <dgm:pt modelId="{A0B6E819-7CF4-4738-8C68-69D7F565F5BB}" type="parTrans" cxnId="{67A858E8-1AC5-425E-9345-03A7FFD3D99F}">
      <dgm:prSet/>
      <dgm:spPr/>
      <dgm:t>
        <a:bodyPr/>
        <a:lstStyle/>
        <a:p>
          <a:endParaRPr lang="en-US"/>
        </a:p>
      </dgm:t>
    </dgm:pt>
    <dgm:pt modelId="{817A8CB1-FC42-4607-AFCD-22DC521A3827}" type="sibTrans" cxnId="{67A858E8-1AC5-425E-9345-03A7FFD3D99F}">
      <dgm:prSet/>
      <dgm:spPr/>
      <dgm:t>
        <a:bodyPr/>
        <a:lstStyle/>
        <a:p>
          <a:endParaRPr lang="en-US"/>
        </a:p>
      </dgm:t>
    </dgm:pt>
    <dgm:pt modelId="{AA450FF3-5127-442C-B54B-0123A18FD319}">
      <dgm:prSet/>
      <dgm:spPr/>
      <dgm:t>
        <a:bodyPr/>
        <a:lstStyle/>
        <a:p>
          <a:r>
            <a:rPr lang="en-US"/>
            <a:t>Validation happens after netlist generation instead of early RTL stage</a:t>
          </a:r>
        </a:p>
      </dgm:t>
    </dgm:pt>
    <dgm:pt modelId="{4D57A8EF-E9BD-48E9-BFFF-ADDEB3E882F6}" type="parTrans" cxnId="{6625F72F-15C3-473A-80AC-11897EA24EE6}">
      <dgm:prSet/>
      <dgm:spPr/>
      <dgm:t>
        <a:bodyPr/>
        <a:lstStyle/>
        <a:p>
          <a:endParaRPr lang="en-US"/>
        </a:p>
      </dgm:t>
    </dgm:pt>
    <dgm:pt modelId="{D1D25B14-59B4-4F6F-81C2-68F64BDF86D6}" type="sibTrans" cxnId="{6625F72F-15C3-473A-80AC-11897EA24EE6}">
      <dgm:prSet/>
      <dgm:spPr/>
      <dgm:t>
        <a:bodyPr/>
        <a:lstStyle/>
        <a:p>
          <a:endParaRPr lang="en-US"/>
        </a:p>
      </dgm:t>
    </dgm:pt>
    <dgm:pt modelId="{E9DCC22C-3693-43BE-9590-EB273E2817B5}">
      <dgm:prSet/>
      <dgm:spPr/>
      <dgm:t>
        <a:bodyPr/>
        <a:lstStyle/>
        <a:p>
          <a:r>
            <a:rPr lang="en-US"/>
            <a:t>Perform SDC lint checks, same-domain false path checks, no-marker checks</a:t>
          </a:r>
        </a:p>
      </dgm:t>
    </dgm:pt>
    <dgm:pt modelId="{EF0EC94E-ED65-434F-A6D5-10F0C20F3210}" type="parTrans" cxnId="{37E4775B-E021-4F32-825D-65AB3DEE556C}">
      <dgm:prSet/>
      <dgm:spPr/>
      <dgm:t>
        <a:bodyPr/>
        <a:lstStyle/>
        <a:p>
          <a:endParaRPr lang="en-US"/>
        </a:p>
      </dgm:t>
    </dgm:pt>
    <dgm:pt modelId="{9F65731C-CEAB-470A-9AC3-B0E6F82711FF}" type="sibTrans" cxnId="{37E4775B-E021-4F32-825D-65AB3DEE556C}">
      <dgm:prSet/>
      <dgm:spPr/>
      <dgm:t>
        <a:bodyPr/>
        <a:lstStyle/>
        <a:p>
          <a:endParaRPr lang="en-US"/>
        </a:p>
      </dgm:t>
    </dgm:pt>
    <dgm:pt modelId="{4FD8B4EF-BB5D-4BC6-BCBD-8735028B709A}">
      <dgm:prSet/>
      <dgm:spPr/>
      <dgm:t>
        <a:bodyPr/>
        <a:lstStyle/>
        <a:p>
          <a:r>
            <a:rPr lang="en-US"/>
            <a:t>Faster turnaround</a:t>
          </a:r>
        </a:p>
      </dgm:t>
    </dgm:pt>
    <dgm:pt modelId="{5F3803D1-96DB-42D9-9C72-46D34D53FAD7}" type="parTrans" cxnId="{F9A1EFEC-FDFC-4A4A-A9BA-52A61D1DD801}">
      <dgm:prSet/>
      <dgm:spPr/>
      <dgm:t>
        <a:bodyPr/>
        <a:lstStyle/>
        <a:p>
          <a:endParaRPr lang="en-US"/>
        </a:p>
      </dgm:t>
    </dgm:pt>
    <dgm:pt modelId="{F64627C1-8942-4989-977D-8EE7D1E30074}" type="sibTrans" cxnId="{F9A1EFEC-FDFC-4A4A-A9BA-52A61D1DD801}">
      <dgm:prSet/>
      <dgm:spPr/>
      <dgm:t>
        <a:bodyPr/>
        <a:lstStyle/>
        <a:p>
          <a:endParaRPr lang="en-US"/>
        </a:p>
      </dgm:t>
    </dgm:pt>
    <dgm:pt modelId="{C19400AE-E625-47D9-9CBC-0B577BAFB644}">
      <dgm:prSet/>
      <dgm:spPr/>
      <dgm:t>
        <a:bodyPr/>
        <a:lstStyle/>
        <a:p>
          <a:r>
            <a:rPr lang="en-US"/>
            <a:t>Early detection → fewer late surprises</a:t>
          </a:r>
        </a:p>
      </dgm:t>
    </dgm:pt>
    <dgm:pt modelId="{E4CF2522-AC65-4690-AC61-343AD07AF96E}" type="parTrans" cxnId="{C8DCBF72-5BA8-45CA-8FCB-2908F89DEC4A}">
      <dgm:prSet/>
      <dgm:spPr/>
      <dgm:t>
        <a:bodyPr/>
        <a:lstStyle/>
        <a:p>
          <a:endParaRPr lang="en-US"/>
        </a:p>
      </dgm:t>
    </dgm:pt>
    <dgm:pt modelId="{3CC6C923-513A-423F-B821-44D45D281DED}" type="sibTrans" cxnId="{C8DCBF72-5BA8-45CA-8FCB-2908F89DEC4A}">
      <dgm:prSet/>
      <dgm:spPr/>
      <dgm:t>
        <a:bodyPr/>
        <a:lstStyle/>
        <a:p>
          <a:endParaRPr lang="en-US"/>
        </a:p>
      </dgm:t>
    </dgm:pt>
    <dgm:pt modelId="{EF42137C-B68D-4090-8814-E40F32167104}">
      <dgm:prSet/>
      <dgm:spPr/>
      <dgm:t>
        <a:bodyPr/>
        <a:lstStyle/>
        <a:p>
          <a:r>
            <a:rPr lang="en-US"/>
            <a:t>Significant time savings vs current flow</a:t>
          </a:r>
        </a:p>
      </dgm:t>
    </dgm:pt>
    <dgm:pt modelId="{1D5C587A-0BFB-420B-A953-34D96CDFEF53}" type="parTrans" cxnId="{DA71352E-B9C1-46A2-B920-15908CC0D6C1}">
      <dgm:prSet/>
      <dgm:spPr/>
      <dgm:t>
        <a:bodyPr/>
        <a:lstStyle/>
        <a:p>
          <a:endParaRPr lang="en-US"/>
        </a:p>
      </dgm:t>
    </dgm:pt>
    <dgm:pt modelId="{5353F243-9401-4008-8FF5-D6C08253FC1B}" type="sibTrans" cxnId="{DA71352E-B9C1-46A2-B920-15908CC0D6C1}">
      <dgm:prSet/>
      <dgm:spPr/>
      <dgm:t>
        <a:bodyPr/>
        <a:lstStyle/>
        <a:p>
          <a:endParaRPr lang="en-US"/>
        </a:p>
      </dgm:t>
    </dgm:pt>
    <dgm:pt modelId="{FD808628-70F5-48A9-A8F5-45070197D05D}">
      <dgm:prSet/>
      <dgm:spPr/>
      <dgm:t>
        <a:bodyPr/>
        <a:lstStyle/>
        <a:p>
          <a:r>
            <a:rPr lang="en-US"/>
            <a:t>Improved design quality and smoother integration</a:t>
          </a:r>
          <a:br>
            <a:rPr lang="en-US"/>
          </a:br>
          <a:endParaRPr lang="en-US"/>
        </a:p>
      </dgm:t>
    </dgm:pt>
    <dgm:pt modelId="{00EAF5D0-D908-48C2-ABBC-D84139D5D7F5}" type="parTrans" cxnId="{6FFE9208-6E45-4603-A11D-6ED997F23ABB}">
      <dgm:prSet/>
      <dgm:spPr/>
      <dgm:t>
        <a:bodyPr/>
        <a:lstStyle/>
        <a:p>
          <a:endParaRPr lang="en-US"/>
        </a:p>
      </dgm:t>
    </dgm:pt>
    <dgm:pt modelId="{AF3001B5-DBE6-48EF-BD6A-0F695768A55C}" type="sibTrans" cxnId="{6FFE9208-6E45-4603-A11D-6ED997F23ABB}">
      <dgm:prSet/>
      <dgm:spPr/>
      <dgm:t>
        <a:bodyPr/>
        <a:lstStyle/>
        <a:p>
          <a:endParaRPr lang="en-US"/>
        </a:p>
      </dgm:t>
    </dgm:pt>
    <dgm:pt modelId="{5D1F71F8-19A0-4199-95CC-CBE714F6FEC5}">
      <dgm:prSet/>
      <dgm:spPr/>
      <dgm:t>
        <a:bodyPr/>
        <a:lstStyle/>
        <a:p>
          <a:r>
            <a:rPr lang="en-US"/>
            <a:t>Use Rqual for RTL static verification</a:t>
          </a:r>
        </a:p>
      </dgm:t>
    </dgm:pt>
    <dgm:pt modelId="{E544D9FE-C05B-4714-8F61-5D2934DAB1FF}" type="parTrans" cxnId="{2EE27AB5-831B-4F6A-A2C1-6C0E3B5F18A1}">
      <dgm:prSet/>
      <dgm:spPr/>
      <dgm:t>
        <a:bodyPr/>
        <a:lstStyle/>
        <a:p>
          <a:endParaRPr lang="en-US"/>
        </a:p>
      </dgm:t>
    </dgm:pt>
    <dgm:pt modelId="{B560A31F-69C0-44F7-8E86-FEB1D46B79C7}" type="sibTrans" cxnId="{2EE27AB5-831B-4F6A-A2C1-6C0E3B5F18A1}">
      <dgm:prSet/>
      <dgm:spPr/>
      <dgm:t>
        <a:bodyPr/>
        <a:lstStyle/>
        <a:p>
          <a:endParaRPr lang="en-US"/>
        </a:p>
      </dgm:t>
    </dgm:pt>
    <dgm:pt modelId="{444F5DC7-7A3D-4479-8F9D-DD2F44CCB79F}">
      <dgm:prSet/>
      <dgm:spPr/>
      <dgm:t>
        <a:bodyPr/>
        <a:lstStyle/>
        <a:p>
          <a:r>
            <a:rPr lang="en-US"/>
            <a:t>Unified reporting for lint and constraint checks</a:t>
          </a:r>
        </a:p>
      </dgm:t>
    </dgm:pt>
    <dgm:pt modelId="{00237991-6369-4BD5-8CFF-1B5879D29888}" type="parTrans" cxnId="{E5304351-3EDB-4BD8-8D8C-5198AB5251FA}">
      <dgm:prSet/>
      <dgm:spPr/>
      <dgm:t>
        <a:bodyPr/>
        <a:lstStyle/>
        <a:p>
          <a:endParaRPr lang="en-US"/>
        </a:p>
      </dgm:t>
    </dgm:pt>
    <dgm:pt modelId="{6BA34C59-4005-49DA-885A-5FF02221FFB8}" type="sibTrans" cxnId="{E5304351-3EDB-4BD8-8D8C-5198AB5251FA}">
      <dgm:prSet/>
      <dgm:spPr/>
      <dgm:t>
        <a:bodyPr/>
        <a:lstStyle/>
        <a:p>
          <a:endParaRPr lang="en-US"/>
        </a:p>
      </dgm:t>
    </dgm:pt>
    <dgm:pt modelId="{1FFD29FB-A3D2-4E5D-9EF9-E7A8127A3A00}">
      <dgm:prSet/>
      <dgm:spPr/>
      <dgm:t>
        <a:bodyPr/>
        <a:lstStyle/>
        <a:p>
          <a:r>
            <a:rPr lang="en-US"/>
            <a:t>Easy setup for new tiles/IPs</a:t>
          </a:r>
        </a:p>
      </dgm:t>
    </dgm:pt>
    <dgm:pt modelId="{B030D3DE-9EC1-426B-BC07-EE1E90608AB1}" type="parTrans" cxnId="{B6DBF80A-4645-49E0-98CE-124937D003C4}">
      <dgm:prSet/>
      <dgm:spPr/>
      <dgm:t>
        <a:bodyPr/>
        <a:lstStyle/>
        <a:p>
          <a:endParaRPr lang="en-US"/>
        </a:p>
      </dgm:t>
    </dgm:pt>
    <dgm:pt modelId="{6D46B127-2165-4FA9-92C1-7412B75DEE34}" type="sibTrans" cxnId="{B6DBF80A-4645-49E0-98CE-124937D003C4}">
      <dgm:prSet/>
      <dgm:spPr/>
      <dgm:t>
        <a:bodyPr/>
        <a:lstStyle/>
        <a:p>
          <a:endParaRPr lang="en-US"/>
        </a:p>
      </dgm:t>
    </dgm:pt>
    <dgm:pt modelId="{DF47F367-D85A-4A5D-91A4-15EE428FCF3D}">
      <dgm:prSet/>
      <dgm:spPr/>
      <dgm:t>
        <a:bodyPr/>
        <a:lstStyle/>
        <a:p>
          <a:r>
            <a:rPr lang="en-US"/>
            <a:t>Tools and Automation</a:t>
          </a:r>
        </a:p>
      </dgm:t>
    </dgm:pt>
    <dgm:pt modelId="{5B4055B0-A315-437B-8101-694FA4522AEF}" type="parTrans" cxnId="{76FF6D58-429E-4E53-831A-2937C83E6B30}">
      <dgm:prSet/>
      <dgm:spPr/>
      <dgm:t>
        <a:bodyPr/>
        <a:lstStyle/>
        <a:p>
          <a:endParaRPr lang="en-US"/>
        </a:p>
      </dgm:t>
    </dgm:pt>
    <dgm:pt modelId="{56E9581F-E7A0-4552-A169-4505B4550370}" type="sibTrans" cxnId="{76FF6D58-429E-4E53-831A-2937C83E6B30}">
      <dgm:prSet/>
      <dgm:spPr/>
      <dgm:t>
        <a:bodyPr/>
        <a:lstStyle/>
        <a:p>
          <a:endParaRPr lang="en-US"/>
        </a:p>
      </dgm:t>
    </dgm:pt>
    <dgm:pt modelId="{35CBC654-F3B2-47DB-A24D-60D5DEBF2CB8}" type="pres">
      <dgm:prSet presAssocID="{EEFFFE74-561E-437D-88F5-9D79EC8FC485}" presName="linear" presStyleCnt="0">
        <dgm:presLayoutVars>
          <dgm:animLvl val="lvl"/>
          <dgm:resizeHandles val="exact"/>
        </dgm:presLayoutVars>
      </dgm:prSet>
      <dgm:spPr/>
    </dgm:pt>
    <dgm:pt modelId="{6F119FCF-FC00-4DA6-B9CC-782555B56D2D}" type="pres">
      <dgm:prSet presAssocID="{B4A7DE3D-F7BC-4CC0-8619-450A70153C3D}" presName="parentText" presStyleLbl="node1" presStyleIdx="0" presStyleCnt="4">
        <dgm:presLayoutVars>
          <dgm:chMax val="0"/>
          <dgm:bulletEnabled val="1"/>
        </dgm:presLayoutVars>
      </dgm:prSet>
      <dgm:spPr/>
    </dgm:pt>
    <dgm:pt modelId="{4CBC8002-2CFE-45D8-92A2-343ADE886A22}" type="pres">
      <dgm:prSet presAssocID="{B4A7DE3D-F7BC-4CC0-8619-450A70153C3D}" presName="childText" presStyleLbl="revTx" presStyleIdx="0" presStyleCnt="4">
        <dgm:presLayoutVars>
          <dgm:bulletEnabled val="1"/>
        </dgm:presLayoutVars>
      </dgm:prSet>
      <dgm:spPr/>
    </dgm:pt>
    <dgm:pt modelId="{D43CC9CB-D832-4214-B3A5-22F425B16CA1}" type="pres">
      <dgm:prSet presAssocID="{DC28E3F0-0792-4E00-8256-253955C54B6F}" presName="parentText" presStyleLbl="node1" presStyleIdx="1" presStyleCnt="4">
        <dgm:presLayoutVars>
          <dgm:chMax val="0"/>
          <dgm:bulletEnabled val="1"/>
        </dgm:presLayoutVars>
      </dgm:prSet>
      <dgm:spPr/>
    </dgm:pt>
    <dgm:pt modelId="{AAA7C0FF-ECB9-48FC-BD6B-357A08E99FDF}" type="pres">
      <dgm:prSet presAssocID="{DC28E3F0-0792-4E00-8256-253955C54B6F}" presName="childText" presStyleLbl="revTx" presStyleIdx="1" presStyleCnt="4">
        <dgm:presLayoutVars>
          <dgm:bulletEnabled val="1"/>
        </dgm:presLayoutVars>
      </dgm:prSet>
      <dgm:spPr/>
    </dgm:pt>
    <dgm:pt modelId="{3744179E-317A-4370-BCFF-BAD8AF144916}" type="pres">
      <dgm:prSet presAssocID="{4890E0D7-E1B0-41AD-A7BD-43331D93412E}" presName="parentText" presStyleLbl="node1" presStyleIdx="2" presStyleCnt="4">
        <dgm:presLayoutVars>
          <dgm:chMax val="0"/>
          <dgm:bulletEnabled val="1"/>
        </dgm:presLayoutVars>
      </dgm:prSet>
      <dgm:spPr/>
    </dgm:pt>
    <dgm:pt modelId="{D271BBBE-94FA-4D86-AF5C-5DF440850383}" type="pres">
      <dgm:prSet presAssocID="{4890E0D7-E1B0-41AD-A7BD-43331D93412E}" presName="childText" presStyleLbl="revTx" presStyleIdx="2" presStyleCnt="4">
        <dgm:presLayoutVars>
          <dgm:bulletEnabled val="1"/>
        </dgm:presLayoutVars>
      </dgm:prSet>
      <dgm:spPr/>
    </dgm:pt>
    <dgm:pt modelId="{048D1082-7487-46ED-B3EB-DA294DDCB564}" type="pres">
      <dgm:prSet presAssocID="{DF47F367-D85A-4A5D-91A4-15EE428FCF3D}" presName="parentText" presStyleLbl="node1" presStyleIdx="3" presStyleCnt="4">
        <dgm:presLayoutVars>
          <dgm:chMax val="0"/>
          <dgm:bulletEnabled val="1"/>
        </dgm:presLayoutVars>
      </dgm:prSet>
      <dgm:spPr/>
    </dgm:pt>
    <dgm:pt modelId="{CBF1CFD6-94AB-4255-842E-E7DE5CA10CE0}" type="pres">
      <dgm:prSet presAssocID="{DF47F367-D85A-4A5D-91A4-15EE428FCF3D}" presName="childText" presStyleLbl="revTx" presStyleIdx="3" presStyleCnt="4">
        <dgm:presLayoutVars>
          <dgm:bulletEnabled val="1"/>
        </dgm:presLayoutVars>
      </dgm:prSet>
      <dgm:spPr/>
    </dgm:pt>
  </dgm:ptLst>
  <dgm:cxnLst>
    <dgm:cxn modelId="{D12D0C08-9E59-438B-A309-1A83B981E129}" type="presOf" srcId="{DC28E3F0-0792-4E00-8256-253955C54B6F}" destId="{D43CC9CB-D832-4214-B3A5-22F425B16CA1}" srcOrd="0" destOrd="0" presId="urn:microsoft.com/office/officeart/2005/8/layout/vList2"/>
    <dgm:cxn modelId="{6FFE9208-6E45-4603-A11D-6ED997F23ABB}" srcId="{4890E0D7-E1B0-41AD-A7BD-43331D93412E}" destId="{FD808628-70F5-48A9-A8F5-45070197D05D}" srcOrd="2" destOrd="0" parTransId="{00EAF5D0-D908-48C2-ABBC-D84139D5D7F5}" sibTransId="{AF3001B5-DBE6-48EF-BD6A-0F695768A55C}"/>
    <dgm:cxn modelId="{B6DBF80A-4645-49E0-98CE-124937D003C4}" srcId="{DF47F367-D85A-4A5D-91A4-15EE428FCF3D}" destId="{1FFD29FB-A3D2-4E5D-9EF9-E7A8127A3A00}" srcOrd="2" destOrd="0" parTransId="{B030D3DE-9EC1-426B-BC07-EE1E90608AB1}" sibTransId="{6D46B127-2165-4FA9-92C1-7412B75DEE34}"/>
    <dgm:cxn modelId="{C181871F-9824-43BD-91C5-64E2DD3E2C0B}" type="presOf" srcId="{5D1F71F8-19A0-4199-95CC-CBE714F6FEC5}" destId="{CBF1CFD6-94AB-4255-842E-E7DE5CA10CE0}" srcOrd="0" destOrd="0" presId="urn:microsoft.com/office/officeart/2005/8/layout/vList2"/>
    <dgm:cxn modelId="{C80E2D21-8265-40CE-A390-7EB2047D2714}" type="presOf" srcId="{3C2393EF-B448-4E7A-8CF1-525FB0195B2E}" destId="{AAA7C0FF-ECB9-48FC-BD6B-357A08E99FDF}" srcOrd="0" destOrd="0" presId="urn:microsoft.com/office/officeart/2005/8/layout/vList2"/>
    <dgm:cxn modelId="{FB7D9B27-F29B-4CA4-A969-96316F5070E1}" srcId="{DC28E3F0-0792-4E00-8256-253955C54B6F}" destId="{3C2393EF-B448-4E7A-8CF1-525FB0195B2E}" srcOrd="0" destOrd="0" parTransId="{369A40B7-2F15-4620-878B-2194DAADD8E3}" sibTransId="{3E6B9980-5813-427C-97AA-D5449E947518}"/>
    <dgm:cxn modelId="{C6FF9828-6E35-4527-A540-674C14B488EB}" srcId="{B4A7DE3D-F7BC-4CC0-8619-450A70153C3D}" destId="{DA98C829-F440-42B5-B019-386E46A920F3}" srcOrd="0" destOrd="0" parTransId="{5A305BC3-4A8E-4ED8-A57A-845DD936B9AF}" sibTransId="{011141FB-5EF0-40A1-8D6B-CAB8EDA633D5}"/>
    <dgm:cxn modelId="{DA71352E-B9C1-46A2-B920-15908CC0D6C1}" srcId="{4890E0D7-E1B0-41AD-A7BD-43331D93412E}" destId="{EF42137C-B68D-4090-8814-E40F32167104}" srcOrd="1" destOrd="0" parTransId="{1D5C587A-0BFB-420B-A953-34D96CDFEF53}" sibTransId="{5353F243-9401-4008-8FF5-D6C08253FC1B}"/>
    <dgm:cxn modelId="{6625F72F-15C3-473A-80AC-11897EA24EE6}" srcId="{B4A7DE3D-F7BC-4CC0-8619-450A70153C3D}" destId="{AA450FF3-5127-442C-B54B-0123A18FD319}" srcOrd="2" destOrd="0" parTransId="{4D57A8EF-E9BD-48E9-BFFF-ADDEB3E882F6}" sibTransId="{D1D25B14-59B4-4F6F-81C2-68F64BDF86D6}"/>
    <dgm:cxn modelId="{E5CE1933-4032-4886-96DA-BC78BAF14266}" type="presOf" srcId="{E9DCC22C-3693-43BE-9590-EB273E2817B5}" destId="{AAA7C0FF-ECB9-48FC-BD6B-357A08E99FDF}" srcOrd="0" destOrd="1" presId="urn:microsoft.com/office/officeart/2005/8/layout/vList2"/>
    <dgm:cxn modelId="{37E4775B-E021-4F32-825D-65AB3DEE556C}" srcId="{DC28E3F0-0792-4E00-8256-253955C54B6F}" destId="{E9DCC22C-3693-43BE-9590-EB273E2817B5}" srcOrd="1" destOrd="0" parTransId="{EF0EC94E-ED65-434F-A6D5-10F0C20F3210}" sibTransId="{9F65731C-CEAB-470A-9AC3-B0E6F82711FF}"/>
    <dgm:cxn modelId="{8A63BA5F-AED2-42E8-B0F6-6FDDA341234B}" type="presOf" srcId="{FD808628-70F5-48A9-A8F5-45070197D05D}" destId="{D271BBBE-94FA-4D86-AF5C-5DF440850383}" srcOrd="0" destOrd="2" presId="urn:microsoft.com/office/officeart/2005/8/layout/vList2"/>
    <dgm:cxn modelId="{E867D94A-BC9F-402C-B905-54A79F4B1499}" type="presOf" srcId="{EEFFFE74-561E-437D-88F5-9D79EC8FC485}" destId="{35CBC654-F3B2-47DB-A24D-60D5DEBF2CB8}" srcOrd="0" destOrd="0" presId="urn:microsoft.com/office/officeart/2005/8/layout/vList2"/>
    <dgm:cxn modelId="{E5304351-3EDB-4BD8-8D8C-5198AB5251FA}" srcId="{DF47F367-D85A-4A5D-91A4-15EE428FCF3D}" destId="{444F5DC7-7A3D-4479-8F9D-DD2F44CCB79F}" srcOrd="1" destOrd="0" parTransId="{00237991-6369-4BD5-8CFF-1B5879D29888}" sibTransId="{6BA34C59-4005-49DA-885A-5FF02221FFB8}"/>
    <dgm:cxn modelId="{C8DCBF72-5BA8-45CA-8FCB-2908F89DEC4A}" srcId="{4890E0D7-E1B0-41AD-A7BD-43331D93412E}" destId="{C19400AE-E625-47D9-9CBC-0B577BAFB644}" srcOrd="0" destOrd="0" parTransId="{E4CF2522-AC65-4690-AC61-343AD07AF96E}" sibTransId="{3CC6C923-513A-423F-B821-44D45D281DED}"/>
    <dgm:cxn modelId="{D02B7874-88CE-4AC3-A162-CF91FBBE61C3}" srcId="{EEFFFE74-561E-437D-88F5-9D79EC8FC485}" destId="{DC28E3F0-0792-4E00-8256-253955C54B6F}" srcOrd="1" destOrd="0" parTransId="{588291EB-9752-48F6-8EC9-4BCAB486CC82}" sibTransId="{5FEB9FEC-1831-4327-81AF-512F5344F9A0}"/>
    <dgm:cxn modelId="{08161D75-B451-4A56-BBD2-3C70888D65F4}" srcId="{EEFFFE74-561E-437D-88F5-9D79EC8FC485}" destId="{4890E0D7-E1B0-41AD-A7BD-43331D93412E}" srcOrd="2" destOrd="0" parTransId="{360B4C70-BD4D-4B42-A18C-53B8B7F6AE1B}" sibTransId="{56C73517-D538-4C99-B9B0-70B30BEA2181}"/>
    <dgm:cxn modelId="{0A8F4D55-42EA-45F1-9C96-5178F1D5AF8C}" type="presOf" srcId="{8014120E-C8A3-4585-BA50-0A19E639CEEF}" destId="{4CBC8002-2CFE-45D8-92A2-343ADE886A22}" srcOrd="0" destOrd="3" presId="urn:microsoft.com/office/officeart/2005/8/layout/vList2"/>
    <dgm:cxn modelId="{5C741276-B673-4FEE-8C3A-9626B609B309}" type="presOf" srcId="{DF47F367-D85A-4A5D-91A4-15EE428FCF3D}" destId="{048D1082-7487-46ED-B3EB-DA294DDCB564}" srcOrd="0" destOrd="0" presId="urn:microsoft.com/office/officeart/2005/8/layout/vList2"/>
    <dgm:cxn modelId="{36A71257-FA5A-4368-B33D-5373C651E3CA}" type="presOf" srcId="{1C7522A8-C82B-46BF-86F5-30FAB1BEF1E1}" destId="{4CBC8002-2CFE-45D8-92A2-343ADE886A22}" srcOrd="0" destOrd="1" presId="urn:microsoft.com/office/officeart/2005/8/layout/vList2"/>
    <dgm:cxn modelId="{76FF6D58-429E-4E53-831A-2937C83E6B30}" srcId="{EEFFFE74-561E-437D-88F5-9D79EC8FC485}" destId="{DF47F367-D85A-4A5D-91A4-15EE428FCF3D}" srcOrd="3" destOrd="0" parTransId="{5B4055B0-A315-437B-8101-694FA4522AEF}" sibTransId="{56E9581F-E7A0-4552-A169-4505B4550370}"/>
    <dgm:cxn modelId="{77F7F559-D279-4E29-A319-92791BAFAFB0}" type="presOf" srcId="{444F5DC7-7A3D-4479-8F9D-DD2F44CCB79F}" destId="{CBF1CFD6-94AB-4255-842E-E7DE5CA10CE0}" srcOrd="0" destOrd="1" presId="urn:microsoft.com/office/officeart/2005/8/layout/vList2"/>
    <dgm:cxn modelId="{8819D47B-11CA-4A1E-9F69-BF8D0F6513B7}" type="presOf" srcId="{1FFD29FB-A3D2-4E5D-9EF9-E7A8127A3A00}" destId="{CBF1CFD6-94AB-4255-842E-E7DE5CA10CE0}" srcOrd="0" destOrd="2" presId="urn:microsoft.com/office/officeart/2005/8/layout/vList2"/>
    <dgm:cxn modelId="{55FFFD88-7AA9-477D-9638-B741E5400E1A}" type="presOf" srcId="{4890E0D7-E1B0-41AD-A7BD-43331D93412E}" destId="{3744179E-317A-4370-BCFF-BAD8AF144916}" srcOrd="0" destOrd="0" presId="urn:microsoft.com/office/officeart/2005/8/layout/vList2"/>
    <dgm:cxn modelId="{403B299B-1F51-4355-8E84-34E4AAE72984}" type="presOf" srcId="{EF42137C-B68D-4090-8814-E40F32167104}" destId="{D271BBBE-94FA-4D86-AF5C-5DF440850383}" srcOrd="0" destOrd="1" presId="urn:microsoft.com/office/officeart/2005/8/layout/vList2"/>
    <dgm:cxn modelId="{99CC2E9B-C0C9-4F31-AF89-DA6C4168BD74}" type="presOf" srcId="{B4A7DE3D-F7BC-4CC0-8619-450A70153C3D}" destId="{6F119FCF-FC00-4DA6-B9CC-782555B56D2D}" srcOrd="0" destOrd="0" presId="urn:microsoft.com/office/officeart/2005/8/layout/vList2"/>
    <dgm:cxn modelId="{C8236CA3-05DA-4AA1-9BA8-E760E6F7CD67}" type="presOf" srcId="{C19400AE-E625-47D9-9CBC-0B577BAFB644}" destId="{D271BBBE-94FA-4D86-AF5C-5DF440850383}" srcOrd="0" destOrd="0" presId="urn:microsoft.com/office/officeart/2005/8/layout/vList2"/>
    <dgm:cxn modelId="{735EAFAB-04A9-473F-9296-07AB303B0513}" srcId="{EEFFFE74-561E-437D-88F5-9D79EC8FC485}" destId="{B4A7DE3D-F7BC-4CC0-8619-450A70153C3D}" srcOrd="0" destOrd="0" parTransId="{944614C4-325F-4DA7-9660-9D4FBA815548}" sibTransId="{9210E6CB-9CE0-4CF2-89AC-E528DBCB58A3}"/>
    <dgm:cxn modelId="{435D43B4-236D-4370-97CC-5F61088B49CC}" type="presOf" srcId="{DA98C829-F440-42B5-B019-386E46A920F3}" destId="{4CBC8002-2CFE-45D8-92A2-343ADE886A22}" srcOrd="0" destOrd="0" presId="urn:microsoft.com/office/officeart/2005/8/layout/vList2"/>
    <dgm:cxn modelId="{2EE27AB5-831B-4F6A-A2C1-6C0E3B5F18A1}" srcId="{DF47F367-D85A-4A5D-91A4-15EE428FCF3D}" destId="{5D1F71F8-19A0-4199-95CC-CBE714F6FEC5}" srcOrd="0" destOrd="0" parTransId="{E544D9FE-C05B-4714-8F61-5D2934DAB1FF}" sibTransId="{B560A31F-69C0-44F7-8E86-FEB1D46B79C7}"/>
    <dgm:cxn modelId="{1E30D0D1-F354-458D-B1B8-4B9A59A6DC55}" type="presOf" srcId="{A3C63222-A353-490E-B2E5-FA36D43E8088}" destId="{AAA7C0FF-ECB9-48FC-BD6B-357A08E99FDF}" srcOrd="0" destOrd="3" presId="urn:microsoft.com/office/officeart/2005/8/layout/vList2"/>
    <dgm:cxn modelId="{54049CD5-C37C-49DA-8074-A9C458EDE76F}" type="presOf" srcId="{4FD8B4EF-BB5D-4BC6-BCBD-8735028B709A}" destId="{AAA7C0FF-ECB9-48FC-BD6B-357A08E99FDF}" srcOrd="0" destOrd="2" presId="urn:microsoft.com/office/officeart/2005/8/layout/vList2"/>
    <dgm:cxn modelId="{863C00E1-E3BA-443A-934C-547534AE2B84}" srcId="{B4A7DE3D-F7BC-4CC0-8619-450A70153C3D}" destId="{8014120E-C8A3-4585-BA50-0A19E639CEEF}" srcOrd="3" destOrd="0" parTransId="{62328FB1-94AC-4CB9-9B13-7217167AB08A}" sibTransId="{84E8BAC1-B1D6-47BC-B1DA-06BD25D01219}"/>
    <dgm:cxn modelId="{1D84D9E1-9F56-4464-B3B3-3B55237FE9E2}" srcId="{DC28E3F0-0792-4E00-8256-253955C54B6F}" destId="{A3C63222-A353-490E-B2E5-FA36D43E8088}" srcOrd="3" destOrd="0" parTransId="{8FCF2260-8E6C-4E7D-9FD5-9EEC88242583}" sibTransId="{FF83C8C0-3371-4B93-ADE1-686264D36F5E}"/>
    <dgm:cxn modelId="{E68A3EE2-48E0-4AF5-9120-B4E0C49053C2}" type="presOf" srcId="{AA450FF3-5127-442C-B54B-0123A18FD319}" destId="{4CBC8002-2CFE-45D8-92A2-343ADE886A22}" srcOrd="0" destOrd="2" presId="urn:microsoft.com/office/officeart/2005/8/layout/vList2"/>
    <dgm:cxn modelId="{67A858E8-1AC5-425E-9345-03A7FFD3D99F}" srcId="{B4A7DE3D-F7BC-4CC0-8619-450A70153C3D}" destId="{1C7522A8-C82B-46BF-86F5-30FAB1BEF1E1}" srcOrd="1" destOrd="0" parTransId="{A0B6E819-7CF4-4738-8C68-69D7F565F5BB}" sibTransId="{817A8CB1-FC42-4607-AFCD-22DC521A3827}"/>
    <dgm:cxn modelId="{F9A1EFEC-FDFC-4A4A-A9BA-52A61D1DD801}" srcId="{DC28E3F0-0792-4E00-8256-253955C54B6F}" destId="{4FD8B4EF-BB5D-4BC6-BCBD-8735028B709A}" srcOrd="2" destOrd="0" parTransId="{5F3803D1-96DB-42D9-9C72-46D34D53FAD7}" sibTransId="{F64627C1-8942-4989-977D-8EE7D1E30074}"/>
    <dgm:cxn modelId="{A2D95CA2-5DB7-4DF3-8091-DC0F36A2263D}" type="presParOf" srcId="{35CBC654-F3B2-47DB-A24D-60D5DEBF2CB8}" destId="{6F119FCF-FC00-4DA6-B9CC-782555B56D2D}" srcOrd="0" destOrd="0" presId="urn:microsoft.com/office/officeart/2005/8/layout/vList2"/>
    <dgm:cxn modelId="{6AD7CA65-4EDB-475B-902F-6EF819092FBC}" type="presParOf" srcId="{35CBC654-F3B2-47DB-A24D-60D5DEBF2CB8}" destId="{4CBC8002-2CFE-45D8-92A2-343ADE886A22}" srcOrd="1" destOrd="0" presId="urn:microsoft.com/office/officeart/2005/8/layout/vList2"/>
    <dgm:cxn modelId="{93114EA4-A23F-419A-BE41-43C6CF469B15}" type="presParOf" srcId="{35CBC654-F3B2-47DB-A24D-60D5DEBF2CB8}" destId="{D43CC9CB-D832-4214-B3A5-22F425B16CA1}" srcOrd="2" destOrd="0" presId="urn:microsoft.com/office/officeart/2005/8/layout/vList2"/>
    <dgm:cxn modelId="{717419B2-59B4-469E-87B8-4C8C36B49D1F}" type="presParOf" srcId="{35CBC654-F3B2-47DB-A24D-60D5DEBF2CB8}" destId="{AAA7C0FF-ECB9-48FC-BD6B-357A08E99FDF}" srcOrd="3" destOrd="0" presId="urn:microsoft.com/office/officeart/2005/8/layout/vList2"/>
    <dgm:cxn modelId="{43EC474F-C6BD-4A34-817A-F43F083074EF}" type="presParOf" srcId="{35CBC654-F3B2-47DB-A24D-60D5DEBF2CB8}" destId="{3744179E-317A-4370-BCFF-BAD8AF144916}" srcOrd="4" destOrd="0" presId="urn:microsoft.com/office/officeart/2005/8/layout/vList2"/>
    <dgm:cxn modelId="{68FA60F7-C034-478A-B544-31F9FA733F8A}" type="presParOf" srcId="{35CBC654-F3B2-47DB-A24D-60D5DEBF2CB8}" destId="{D271BBBE-94FA-4D86-AF5C-5DF440850383}" srcOrd="5" destOrd="0" presId="urn:microsoft.com/office/officeart/2005/8/layout/vList2"/>
    <dgm:cxn modelId="{57E63309-F376-4CD7-8E5F-4D305450BE7F}" type="presParOf" srcId="{35CBC654-F3B2-47DB-A24D-60D5DEBF2CB8}" destId="{048D1082-7487-46ED-B3EB-DA294DDCB564}" srcOrd="6" destOrd="0" presId="urn:microsoft.com/office/officeart/2005/8/layout/vList2"/>
    <dgm:cxn modelId="{8AB035E9-F5F8-47E4-AEBA-BB31A5035CC9}" type="presParOf" srcId="{35CBC654-F3B2-47DB-A24D-60D5DEBF2CB8}" destId="{CBF1CFD6-94AB-4255-842E-E7DE5CA10CE0}"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EA614B-584D-40C1-A7AA-BA54926C221B}"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495DEF3B-DB8C-4824-8E19-60AB5174E092}">
      <dgm:prSet/>
      <dgm:spPr/>
      <dgm:t>
        <a:bodyPr/>
        <a:lstStyle/>
        <a:p>
          <a:r>
            <a:rPr lang="en-US"/>
            <a:t>Early Constraints Validation (Shift-Left)</a:t>
          </a:r>
        </a:p>
      </dgm:t>
    </dgm:pt>
    <dgm:pt modelId="{81BC385F-3DCC-4208-ACDA-FC609A2F0604}" type="parTrans" cxnId="{DC36808F-8B36-4E9F-82F9-BD988D0DAB49}">
      <dgm:prSet/>
      <dgm:spPr/>
      <dgm:t>
        <a:bodyPr/>
        <a:lstStyle/>
        <a:p>
          <a:endParaRPr lang="en-US"/>
        </a:p>
      </dgm:t>
    </dgm:pt>
    <dgm:pt modelId="{72D6409D-8421-4738-BF85-3C4718E198E9}" type="sibTrans" cxnId="{DC36808F-8B36-4E9F-82F9-BD988D0DAB49}">
      <dgm:prSet/>
      <dgm:spPr/>
      <dgm:t>
        <a:bodyPr/>
        <a:lstStyle/>
        <a:p>
          <a:endParaRPr lang="en-US"/>
        </a:p>
      </dgm:t>
    </dgm:pt>
    <dgm:pt modelId="{66E0FE20-8F25-40AC-BDBA-0BE425A3AB1E}">
      <dgm:prSet/>
      <dgm:spPr>
        <a:ln>
          <a:solidFill>
            <a:schemeClr val="bg1"/>
          </a:solidFill>
        </a:ln>
      </dgm:spPr>
      <dgm:t>
        <a:bodyPr/>
        <a:lstStyle/>
        <a:p>
          <a:r>
            <a:rPr lang="en-US"/>
            <a:t>Catches issues **BEFORE** synthesis and P&amp;R</a:t>
          </a:r>
        </a:p>
      </dgm:t>
    </dgm:pt>
    <dgm:pt modelId="{EC711B59-765D-4B32-AA1F-4F4CB98661C7}" type="parTrans" cxnId="{8DAC8FE5-53FB-40DC-9326-65FAB8831D36}">
      <dgm:prSet/>
      <dgm:spPr/>
      <dgm:t>
        <a:bodyPr/>
        <a:lstStyle/>
        <a:p>
          <a:endParaRPr lang="en-US"/>
        </a:p>
      </dgm:t>
    </dgm:pt>
    <dgm:pt modelId="{3CA46B5F-E233-48C6-AB6A-B55AFA3A58FA}" type="sibTrans" cxnId="{8DAC8FE5-53FB-40DC-9326-65FAB8831D36}">
      <dgm:prSet/>
      <dgm:spPr/>
      <dgm:t>
        <a:bodyPr/>
        <a:lstStyle/>
        <a:p>
          <a:endParaRPr lang="en-US"/>
        </a:p>
      </dgm:t>
    </dgm:pt>
    <dgm:pt modelId="{C0C639CD-AB7B-4BDF-8DC5-2081B2CDB0F4}">
      <dgm:prSet/>
      <dgm:spPr>
        <a:ln>
          <a:solidFill>
            <a:schemeClr val="bg1"/>
          </a:solidFill>
        </a:ln>
      </dgm:spPr>
      <dgm:t>
        <a:bodyPr/>
        <a:lstStyle/>
        <a:p>
          <a:r>
            <a:rPr lang="en-US"/>
            <a:t>Prevents costly re-spins in later stages</a:t>
          </a:r>
        </a:p>
      </dgm:t>
    </dgm:pt>
    <dgm:pt modelId="{688CFAF1-67E0-46BC-92D3-18162BFCF014}" type="parTrans" cxnId="{8BB965E3-959F-483E-9584-C0D916AE2837}">
      <dgm:prSet/>
      <dgm:spPr/>
      <dgm:t>
        <a:bodyPr/>
        <a:lstStyle/>
        <a:p>
          <a:endParaRPr lang="en-US"/>
        </a:p>
      </dgm:t>
    </dgm:pt>
    <dgm:pt modelId="{048CED0C-E892-4173-A68A-5D4823E595B9}" type="sibTrans" cxnId="{8BB965E3-959F-483E-9584-C0D916AE2837}">
      <dgm:prSet/>
      <dgm:spPr/>
      <dgm:t>
        <a:bodyPr/>
        <a:lstStyle/>
        <a:p>
          <a:endParaRPr lang="en-US"/>
        </a:p>
      </dgm:t>
    </dgm:pt>
    <dgm:pt modelId="{50D5F34B-565F-44F5-A916-B900903B2826}">
      <dgm:prSet/>
      <dgm:spPr>
        <a:ln>
          <a:solidFill>
            <a:schemeClr val="bg1"/>
          </a:solidFill>
        </a:ln>
      </dgm:spPr>
      <dgm:t>
        <a:bodyPr/>
        <a:lstStyle/>
        <a:p>
          <a:r>
            <a:rPr lang="en-US"/>
            <a:t>Easier and faster fixes at RTL level</a:t>
          </a:r>
        </a:p>
      </dgm:t>
    </dgm:pt>
    <dgm:pt modelId="{5F930CF4-1FE9-46CA-AA36-53480305FB95}" type="parTrans" cxnId="{0622A503-0EE5-4384-A3DB-9701732EA6FE}">
      <dgm:prSet/>
      <dgm:spPr/>
      <dgm:t>
        <a:bodyPr/>
        <a:lstStyle/>
        <a:p>
          <a:endParaRPr lang="en-US"/>
        </a:p>
      </dgm:t>
    </dgm:pt>
    <dgm:pt modelId="{0DA288E7-9871-45DE-97F8-141FD5DCE13D}" type="sibTrans" cxnId="{0622A503-0EE5-4384-A3DB-9701732EA6FE}">
      <dgm:prSet/>
      <dgm:spPr/>
      <dgm:t>
        <a:bodyPr/>
        <a:lstStyle/>
        <a:p>
          <a:endParaRPr lang="en-US"/>
        </a:p>
      </dgm:t>
    </dgm:pt>
    <dgm:pt modelId="{E5AAB765-757E-472C-B7DB-3DD581018C61}">
      <dgm:prSet/>
      <dgm:spPr>
        <a:ln>
          <a:solidFill>
            <a:schemeClr val="bg1"/>
          </a:solidFill>
        </a:ln>
      </dgm:spPr>
      <dgm:t>
        <a:bodyPr/>
        <a:lstStyle/>
        <a:p>
          <a:r>
            <a:rPr lang="en-US"/>
            <a:t>Constraint Quality Assurance</a:t>
          </a:r>
        </a:p>
      </dgm:t>
    </dgm:pt>
    <dgm:pt modelId="{8D0498D7-52BE-4EFF-9E12-CA57DD3C12A5}" type="parTrans" cxnId="{6DB18701-1F39-4BAD-A500-7BD3FDBE87DB}">
      <dgm:prSet/>
      <dgm:spPr/>
      <dgm:t>
        <a:bodyPr/>
        <a:lstStyle/>
        <a:p>
          <a:endParaRPr lang="en-US"/>
        </a:p>
      </dgm:t>
    </dgm:pt>
    <dgm:pt modelId="{CFA5CA76-6C72-4890-A185-354926BE5E30}" type="sibTrans" cxnId="{6DB18701-1F39-4BAD-A500-7BD3FDBE87DB}">
      <dgm:prSet/>
      <dgm:spPr/>
      <dgm:t>
        <a:bodyPr/>
        <a:lstStyle/>
        <a:p>
          <a:endParaRPr lang="en-US"/>
        </a:p>
      </dgm:t>
    </dgm:pt>
    <dgm:pt modelId="{F744B72F-AD52-4FCF-9824-F8574E133345}">
      <dgm:prSet/>
      <dgm:spPr/>
      <dgm:t>
        <a:bodyPr/>
        <a:lstStyle/>
        <a:p>
          <a:r>
            <a:rPr lang="en-US"/>
            <a:t>Ensures clocks properly defined</a:t>
          </a:r>
        </a:p>
      </dgm:t>
    </dgm:pt>
    <dgm:pt modelId="{DCEAB1F6-FE48-42A1-A735-8ABCEEB56C5B}" type="parTrans" cxnId="{A413FB4E-B354-4BAF-ABE0-710B02D680CE}">
      <dgm:prSet/>
      <dgm:spPr/>
      <dgm:t>
        <a:bodyPr/>
        <a:lstStyle/>
        <a:p>
          <a:endParaRPr lang="en-US"/>
        </a:p>
      </dgm:t>
    </dgm:pt>
    <dgm:pt modelId="{95C4E98E-A9F2-44BC-9C79-561446B6D4FC}" type="sibTrans" cxnId="{A413FB4E-B354-4BAF-ABE0-710B02D680CE}">
      <dgm:prSet/>
      <dgm:spPr/>
      <dgm:t>
        <a:bodyPr/>
        <a:lstStyle/>
        <a:p>
          <a:endParaRPr lang="en-US"/>
        </a:p>
      </dgm:t>
    </dgm:pt>
    <dgm:pt modelId="{97441315-E735-4C64-8C55-96291D2A391A}">
      <dgm:prSet/>
      <dgm:spPr/>
      <dgm:t>
        <a:bodyPr/>
        <a:lstStyle/>
        <a:p>
          <a:r>
            <a:rPr lang="en-US"/>
            <a:t>Verifies timing exceptions are valid</a:t>
          </a:r>
        </a:p>
      </dgm:t>
    </dgm:pt>
    <dgm:pt modelId="{75107EF8-B051-4A8F-84C4-73B98D189F30}" type="parTrans" cxnId="{5E8AFB05-42AD-4BED-A93A-35E1E8CC2B6E}">
      <dgm:prSet/>
      <dgm:spPr/>
      <dgm:t>
        <a:bodyPr/>
        <a:lstStyle/>
        <a:p>
          <a:endParaRPr lang="en-US"/>
        </a:p>
      </dgm:t>
    </dgm:pt>
    <dgm:pt modelId="{DE7BC818-E0A6-4EDE-956C-861447A58FB1}" type="sibTrans" cxnId="{5E8AFB05-42AD-4BED-A93A-35E1E8CC2B6E}">
      <dgm:prSet/>
      <dgm:spPr/>
      <dgm:t>
        <a:bodyPr/>
        <a:lstStyle/>
        <a:p>
          <a:endParaRPr lang="en-US"/>
        </a:p>
      </dgm:t>
    </dgm:pt>
    <dgm:pt modelId="{67490D96-77AF-4ACC-877C-26C88742B4AB}">
      <dgm:prSet/>
      <dgm:spPr/>
      <dgm:t>
        <a:bodyPr/>
        <a:lstStyle/>
        <a:p>
          <a:r>
            <a:rPr lang="en-US"/>
            <a:t>Confirms generated clocks correctness</a:t>
          </a:r>
        </a:p>
      </dgm:t>
    </dgm:pt>
    <dgm:pt modelId="{7C17F6FD-7059-4D90-B44B-BFE9085F2658}" type="parTrans" cxnId="{F511A0F5-8E6F-41E9-B796-224028B3B7B6}">
      <dgm:prSet/>
      <dgm:spPr/>
      <dgm:t>
        <a:bodyPr/>
        <a:lstStyle/>
        <a:p>
          <a:endParaRPr lang="en-US"/>
        </a:p>
      </dgm:t>
    </dgm:pt>
    <dgm:pt modelId="{B209DE76-C920-4403-A6BB-804C65150F30}" type="sibTrans" cxnId="{F511A0F5-8E6F-41E9-B796-224028B3B7B6}">
      <dgm:prSet/>
      <dgm:spPr/>
      <dgm:t>
        <a:bodyPr/>
        <a:lstStyle/>
        <a:p>
          <a:endParaRPr lang="en-US"/>
        </a:p>
      </dgm:t>
    </dgm:pt>
    <dgm:pt modelId="{ACE8A68E-852D-4A8F-93C1-F7AF45D23470}">
      <dgm:prSet/>
      <dgm:spPr>
        <a:ln>
          <a:solidFill>
            <a:schemeClr val="bg1"/>
          </a:solidFill>
        </a:ln>
      </dgm:spPr>
      <dgm:t>
        <a:bodyPr/>
        <a:lstStyle/>
        <a:p>
          <a:r>
            <a:rPr lang="en-US"/>
            <a:t>Design Methodology Compliance</a:t>
          </a:r>
        </a:p>
      </dgm:t>
    </dgm:pt>
    <dgm:pt modelId="{C0DB4992-325A-4FDE-8E31-2D77F4FD5764}" type="parTrans" cxnId="{611C5D4E-ED6E-4A10-91BA-505765B09080}">
      <dgm:prSet/>
      <dgm:spPr/>
      <dgm:t>
        <a:bodyPr/>
        <a:lstStyle/>
        <a:p>
          <a:endParaRPr lang="en-US"/>
        </a:p>
      </dgm:t>
    </dgm:pt>
    <dgm:pt modelId="{10CE9BD3-097B-4DD6-86C8-7761AE270EEE}" type="sibTrans" cxnId="{611C5D4E-ED6E-4A10-91BA-505765B09080}">
      <dgm:prSet/>
      <dgm:spPr/>
      <dgm:t>
        <a:bodyPr/>
        <a:lstStyle/>
        <a:p>
          <a:endParaRPr lang="en-US"/>
        </a:p>
      </dgm:t>
    </dgm:pt>
    <dgm:pt modelId="{68564620-DEF3-48B1-B4D4-0B28AA2E2E44}">
      <dgm:prSet/>
      <dgm:spPr/>
      <dgm:t>
        <a:bodyPr/>
        <a:lstStyle/>
        <a:p>
          <a:r>
            <a:rPr lang="en-US"/>
            <a:t>Enforces AMD's TCM standards</a:t>
          </a:r>
        </a:p>
      </dgm:t>
    </dgm:pt>
    <dgm:pt modelId="{D1624E59-0502-4948-A260-C91420F09138}" type="parTrans" cxnId="{2351E092-0943-49D6-9AB5-F3D96BCAE754}">
      <dgm:prSet/>
      <dgm:spPr/>
      <dgm:t>
        <a:bodyPr/>
        <a:lstStyle/>
        <a:p>
          <a:endParaRPr lang="en-US"/>
        </a:p>
      </dgm:t>
    </dgm:pt>
    <dgm:pt modelId="{168B6820-64A8-47F5-AA35-6CC353AA5BE9}" type="sibTrans" cxnId="{2351E092-0943-49D6-9AB5-F3D96BCAE754}">
      <dgm:prSet/>
      <dgm:spPr/>
      <dgm:t>
        <a:bodyPr/>
        <a:lstStyle/>
        <a:p>
          <a:endParaRPr lang="en-US"/>
        </a:p>
      </dgm:t>
    </dgm:pt>
    <dgm:pt modelId="{38C3773C-A42D-4377-96B9-D0CB57AD63D0}">
      <dgm:prSet/>
      <dgm:spPr/>
      <dgm:t>
        <a:bodyPr/>
        <a:lstStyle/>
        <a:p>
          <a:r>
            <a:rPr lang="en-US"/>
            <a:t>Consistent practices across blocks</a:t>
          </a:r>
        </a:p>
      </dgm:t>
    </dgm:pt>
    <dgm:pt modelId="{DF856C0D-C31D-4501-A5B0-9ADC23EBB6D5}" type="parTrans" cxnId="{0BE34EA9-CC09-4C9C-A22B-77CACCFE327A}">
      <dgm:prSet/>
      <dgm:spPr/>
      <dgm:t>
        <a:bodyPr/>
        <a:lstStyle/>
        <a:p>
          <a:endParaRPr lang="en-US"/>
        </a:p>
      </dgm:t>
    </dgm:pt>
    <dgm:pt modelId="{9F1565C6-F9ED-45C8-8C97-C694F0048F34}" type="sibTrans" cxnId="{0BE34EA9-CC09-4C9C-A22B-77CACCFE327A}">
      <dgm:prSet/>
      <dgm:spPr/>
      <dgm:t>
        <a:bodyPr/>
        <a:lstStyle/>
        <a:p>
          <a:endParaRPr lang="en-US"/>
        </a:p>
      </dgm:t>
    </dgm:pt>
    <dgm:pt modelId="{12CBD27E-EEA0-4EF3-9108-A3E519E6FC45}">
      <dgm:prSet/>
      <dgm:spPr/>
      <dgm:t>
        <a:bodyPr/>
        <a:lstStyle/>
        <a:p>
          <a:r>
            <a:rPr lang="en-US"/>
            <a:t>Quality metrics tracking</a:t>
          </a:r>
        </a:p>
      </dgm:t>
    </dgm:pt>
    <dgm:pt modelId="{40E9439F-C350-4818-B6E4-9D6B2A25F66E}" type="parTrans" cxnId="{55F6C600-65A4-4580-ABCC-DF5949A77CBE}">
      <dgm:prSet/>
      <dgm:spPr/>
      <dgm:t>
        <a:bodyPr/>
        <a:lstStyle/>
        <a:p>
          <a:endParaRPr lang="en-US"/>
        </a:p>
      </dgm:t>
    </dgm:pt>
    <dgm:pt modelId="{6FC498A6-8DC2-4233-AA8A-EF7D5C907548}" type="sibTrans" cxnId="{55F6C600-65A4-4580-ABCC-DF5949A77CBE}">
      <dgm:prSet/>
      <dgm:spPr/>
      <dgm:t>
        <a:bodyPr/>
        <a:lstStyle/>
        <a:p>
          <a:endParaRPr lang="en-US"/>
        </a:p>
      </dgm:t>
    </dgm:pt>
    <dgm:pt modelId="{88B1F843-B1AB-4E5F-9EF1-C7478F2D9466}">
      <dgm:prSet/>
      <dgm:spPr/>
      <dgm:t>
        <a:bodyPr/>
        <a:lstStyle/>
        <a:p>
          <a:pPr>
            <a:buFont typeface="Arial" panose="020B0604020202020204" pitchFamily="34" charset="0"/>
            <a:buChar char="•"/>
          </a:pPr>
          <a:r>
            <a:rPr lang="en-US"/>
            <a:t>Missing Marker c ells on FP and MCP exceptions</a:t>
          </a:r>
        </a:p>
      </dgm:t>
    </dgm:pt>
    <dgm:pt modelId="{F4D9BA49-BD0F-4A38-937C-FF2063D0CE2E}" type="sibTrans" cxnId="{BCA0D24E-8891-4D91-A57B-656690A5D583}">
      <dgm:prSet/>
      <dgm:spPr/>
      <dgm:t>
        <a:bodyPr/>
        <a:lstStyle/>
        <a:p>
          <a:endParaRPr lang="en-US"/>
        </a:p>
      </dgm:t>
    </dgm:pt>
    <dgm:pt modelId="{1BB0FB34-FBF9-4F9B-9F46-97AF3B1B5689}" type="parTrans" cxnId="{BCA0D24E-8891-4D91-A57B-656690A5D583}">
      <dgm:prSet/>
      <dgm:spPr/>
      <dgm:t>
        <a:bodyPr/>
        <a:lstStyle/>
        <a:p>
          <a:endParaRPr lang="en-US"/>
        </a:p>
      </dgm:t>
    </dgm:pt>
    <dgm:pt modelId="{FBF968F5-C12D-4BF7-9FD1-4E38A6EE7AE6}">
      <dgm:prSet/>
      <dgm:spPr/>
      <dgm:t>
        <a:bodyPr/>
        <a:lstStyle/>
        <a:p>
          <a:r>
            <a:rPr lang="en-US"/>
            <a:t>Marker Cell Check</a:t>
          </a:r>
        </a:p>
      </dgm:t>
    </dgm:pt>
    <dgm:pt modelId="{3EA4C90F-9105-452E-8203-17785CA568E2}" type="sibTrans" cxnId="{3A70F7DC-7C65-40EE-80F0-67AFC13FE22D}">
      <dgm:prSet/>
      <dgm:spPr/>
      <dgm:t>
        <a:bodyPr/>
        <a:lstStyle/>
        <a:p>
          <a:endParaRPr lang="en-US"/>
        </a:p>
      </dgm:t>
    </dgm:pt>
    <dgm:pt modelId="{344FF6D5-7BB1-403A-90CD-44B28B98C203}" type="parTrans" cxnId="{3A70F7DC-7C65-40EE-80F0-67AFC13FE22D}">
      <dgm:prSet/>
      <dgm:spPr/>
      <dgm:t>
        <a:bodyPr/>
        <a:lstStyle/>
        <a:p>
          <a:endParaRPr lang="en-US"/>
        </a:p>
      </dgm:t>
    </dgm:pt>
    <dgm:pt modelId="{9A011317-21CF-4B3D-8A2A-5CAE97A56CBB}">
      <dgm:prSet/>
      <dgm:spPr/>
      <dgm:t>
        <a:bodyPr/>
        <a:lstStyle/>
        <a:p>
          <a:pPr>
            <a:buFont typeface="Arial" panose="020B0604020202020204" pitchFamily="34" charset="0"/>
            <a:buChar char="•"/>
          </a:pPr>
          <a:r>
            <a:rPr lang="en-US"/>
            <a:t>Confirms generated clock derivations</a:t>
          </a:r>
        </a:p>
      </dgm:t>
    </dgm:pt>
    <dgm:pt modelId="{7673D10B-BA02-49C1-A96C-6494BDA48E4F}" type="parTrans" cxnId="{C3CAA553-F0A7-43CF-BBA8-B8C52C011552}">
      <dgm:prSet/>
      <dgm:spPr/>
      <dgm:t>
        <a:bodyPr/>
        <a:lstStyle/>
        <a:p>
          <a:endParaRPr lang="en-US"/>
        </a:p>
      </dgm:t>
    </dgm:pt>
    <dgm:pt modelId="{13D30C0A-AD55-4BB9-92A9-45F99064AC02}" type="sibTrans" cxnId="{C3CAA553-F0A7-43CF-BBA8-B8C52C011552}">
      <dgm:prSet/>
      <dgm:spPr/>
      <dgm:t>
        <a:bodyPr/>
        <a:lstStyle/>
        <a:p>
          <a:endParaRPr lang="en-US"/>
        </a:p>
      </dgm:t>
    </dgm:pt>
    <dgm:pt modelId="{09B08B99-1F0B-4284-8DF4-CF3C343E62A2}">
      <dgm:prSet/>
      <dgm:spPr/>
      <dgm:t>
        <a:bodyPr/>
        <a:lstStyle/>
        <a:p>
          <a:pPr>
            <a:buFont typeface="Arial" panose="020B0604020202020204" pitchFamily="34" charset="0"/>
            <a:buChar char="•"/>
          </a:pPr>
          <a:r>
            <a:rPr lang="en-US"/>
            <a:t>Wrong number of cycles on MCPs</a:t>
          </a:r>
        </a:p>
      </dgm:t>
    </dgm:pt>
    <dgm:pt modelId="{3C354536-54DE-4FAB-9A0D-E93A5D9305BB}" type="parTrans" cxnId="{848506D7-C557-4FCC-95B7-7AC26324CDEB}">
      <dgm:prSet/>
      <dgm:spPr/>
      <dgm:t>
        <a:bodyPr/>
        <a:lstStyle/>
        <a:p>
          <a:endParaRPr lang="en-US"/>
        </a:p>
      </dgm:t>
    </dgm:pt>
    <dgm:pt modelId="{3AA07553-D095-4DB8-8583-BF184A7B470A}" type="sibTrans" cxnId="{848506D7-C557-4FCC-95B7-7AC26324CDEB}">
      <dgm:prSet/>
      <dgm:spPr/>
      <dgm:t>
        <a:bodyPr/>
        <a:lstStyle/>
        <a:p>
          <a:endParaRPr lang="en-US"/>
        </a:p>
      </dgm:t>
    </dgm:pt>
    <dgm:pt modelId="{66B1D26F-81EF-417D-B669-7ACD01A9F3BA}" type="pres">
      <dgm:prSet presAssocID="{38EA614B-584D-40C1-A7AA-BA54926C221B}" presName="Name0" presStyleCnt="0">
        <dgm:presLayoutVars>
          <dgm:dir/>
          <dgm:animLvl val="lvl"/>
          <dgm:resizeHandles val="exact"/>
        </dgm:presLayoutVars>
      </dgm:prSet>
      <dgm:spPr/>
    </dgm:pt>
    <dgm:pt modelId="{4302D4D5-264E-4347-97EE-7A92C5A72928}" type="pres">
      <dgm:prSet presAssocID="{495DEF3B-DB8C-4824-8E19-60AB5174E092}" presName="composite" presStyleCnt="0"/>
      <dgm:spPr/>
    </dgm:pt>
    <dgm:pt modelId="{533C4423-3CCC-43BF-A2CB-4E7FC1A82215}" type="pres">
      <dgm:prSet presAssocID="{495DEF3B-DB8C-4824-8E19-60AB5174E092}" presName="parTx" presStyleLbl="alignNode1" presStyleIdx="0" presStyleCnt="4">
        <dgm:presLayoutVars>
          <dgm:chMax val="0"/>
          <dgm:chPref val="0"/>
          <dgm:bulletEnabled val="1"/>
        </dgm:presLayoutVars>
      </dgm:prSet>
      <dgm:spPr/>
    </dgm:pt>
    <dgm:pt modelId="{152C7289-0079-4B3D-A088-BBDC09738847}" type="pres">
      <dgm:prSet presAssocID="{495DEF3B-DB8C-4824-8E19-60AB5174E092}" presName="desTx" presStyleLbl="alignAccFollowNode1" presStyleIdx="0" presStyleCnt="4">
        <dgm:presLayoutVars>
          <dgm:bulletEnabled val="1"/>
        </dgm:presLayoutVars>
      </dgm:prSet>
      <dgm:spPr/>
    </dgm:pt>
    <dgm:pt modelId="{1FBE1947-4A6D-4A90-9B26-C9F5967262E5}" type="pres">
      <dgm:prSet presAssocID="{72D6409D-8421-4738-BF85-3C4718E198E9}" presName="space" presStyleCnt="0"/>
      <dgm:spPr/>
    </dgm:pt>
    <dgm:pt modelId="{64F6929F-237F-442E-A68A-E821474D9B63}" type="pres">
      <dgm:prSet presAssocID="{E5AAB765-757E-472C-B7DB-3DD581018C61}" presName="composite" presStyleCnt="0"/>
      <dgm:spPr/>
    </dgm:pt>
    <dgm:pt modelId="{865584E2-3732-4E32-8005-32D612FF2A45}" type="pres">
      <dgm:prSet presAssocID="{E5AAB765-757E-472C-B7DB-3DD581018C61}" presName="parTx" presStyleLbl="alignNode1" presStyleIdx="1" presStyleCnt="4">
        <dgm:presLayoutVars>
          <dgm:chMax val="0"/>
          <dgm:chPref val="0"/>
          <dgm:bulletEnabled val="1"/>
        </dgm:presLayoutVars>
      </dgm:prSet>
      <dgm:spPr/>
    </dgm:pt>
    <dgm:pt modelId="{7AF6824D-62DD-4578-8F73-A57A6B9CD58F}" type="pres">
      <dgm:prSet presAssocID="{E5AAB765-757E-472C-B7DB-3DD581018C61}" presName="desTx" presStyleLbl="alignAccFollowNode1" presStyleIdx="1" presStyleCnt="4">
        <dgm:presLayoutVars>
          <dgm:bulletEnabled val="1"/>
        </dgm:presLayoutVars>
      </dgm:prSet>
      <dgm:spPr/>
    </dgm:pt>
    <dgm:pt modelId="{CC9DDB44-CC05-4936-992D-9AA9159598BB}" type="pres">
      <dgm:prSet presAssocID="{CFA5CA76-6C72-4890-A185-354926BE5E30}" presName="space" presStyleCnt="0"/>
      <dgm:spPr/>
    </dgm:pt>
    <dgm:pt modelId="{E3B2C2C1-80C4-415F-820E-136E4C622E82}" type="pres">
      <dgm:prSet presAssocID="{ACE8A68E-852D-4A8F-93C1-F7AF45D23470}" presName="composite" presStyleCnt="0"/>
      <dgm:spPr/>
    </dgm:pt>
    <dgm:pt modelId="{2ABC0EF3-7F75-4BA8-BEAB-51F24CC95C1F}" type="pres">
      <dgm:prSet presAssocID="{ACE8A68E-852D-4A8F-93C1-F7AF45D23470}" presName="parTx" presStyleLbl="alignNode1" presStyleIdx="2" presStyleCnt="4">
        <dgm:presLayoutVars>
          <dgm:chMax val="0"/>
          <dgm:chPref val="0"/>
          <dgm:bulletEnabled val="1"/>
        </dgm:presLayoutVars>
      </dgm:prSet>
      <dgm:spPr/>
    </dgm:pt>
    <dgm:pt modelId="{3473F474-AC5E-4D30-BB82-85CA077D5D27}" type="pres">
      <dgm:prSet presAssocID="{ACE8A68E-852D-4A8F-93C1-F7AF45D23470}" presName="desTx" presStyleLbl="alignAccFollowNode1" presStyleIdx="2" presStyleCnt="4">
        <dgm:presLayoutVars>
          <dgm:bulletEnabled val="1"/>
        </dgm:presLayoutVars>
      </dgm:prSet>
      <dgm:spPr/>
    </dgm:pt>
    <dgm:pt modelId="{A2C4B260-20D3-4A0C-A205-C734928BE1D0}" type="pres">
      <dgm:prSet presAssocID="{10CE9BD3-097B-4DD6-86C8-7761AE270EEE}" presName="space" presStyleCnt="0"/>
      <dgm:spPr/>
    </dgm:pt>
    <dgm:pt modelId="{8C77A710-F1E2-4D6E-9DF1-B1FAEB7FFE2B}" type="pres">
      <dgm:prSet presAssocID="{FBF968F5-C12D-4BF7-9FD1-4E38A6EE7AE6}" presName="composite" presStyleCnt="0"/>
      <dgm:spPr/>
    </dgm:pt>
    <dgm:pt modelId="{9177179B-6FAA-4CEF-9570-4ECE07E562B9}" type="pres">
      <dgm:prSet presAssocID="{FBF968F5-C12D-4BF7-9FD1-4E38A6EE7AE6}" presName="parTx" presStyleLbl="alignNode1" presStyleIdx="3" presStyleCnt="4">
        <dgm:presLayoutVars>
          <dgm:chMax val="0"/>
          <dgm:chPref val="0"/>
          <dgm:bulletEnabled val="1"/>
        </dgm:presLayoutVars>
      </dgm:prSet>
      <dgm:spPr/>
    </dgm:pt>
    <dgm:pt modelId="{AFF40938-2770-4F9B-B96E-9347FDC7E210}" type="pres">
      <dgm:prSet presAssocID="{FBF968F5-C12D-4BF7-9FD1-4E38A6EE7AE6}" presName="desTx" presStyleLbl="alignAccFollowNode1" presStyleIdx="3" presStyleCnt="4">
        <dgm:presLayoutVars>
          <dgm:bulletEnabled val="1"/>
        </dgm:presLayoutVars>
      </dgm:prSet>
      <dgm:spPr/>
    </dgm:pt>
  </dgm:ptLst>
  <dgm:cxnLst>
    <dgm:cxn modelId="{55F6C600-65A4-4580-ABCC-DF5949A77CBE}" srcId="{ACE8A68E-852D-4A8F-93C1-F7AF45D23470}" destId="{12CBD27E-EEA0-4EF3-9108-A3E519E6FC45}" srcOrd="2" destOrd="0" parTransId="{40E9439F-C350-4818-B6E4-9D6B2A25F66E}" sibTransId="{6FC498A6-8DC2-4233-AA8A-EF7D5C907548}"/>
    <dgm:cxn modelId="{6DB18701-1F39-4BAD-A500-7BD3FDBE87DB}" srcId="{38EA614B-584D-40C1-A7AA-BA54926C221B}" destId="{E5AAB765-757E-472C-B7DB-3DD581018C61}" srcOrd="1" destOrd="0" parTransId="{8D0498D7-52BE-4EFF-9E12-CA57DD3C12A5}" sibTransId="{CFA5CA76-6C72-4890-A185-354926BE5E30}"/>
    <dgm:cxn modelId="{0622A503-0EE5-4384-A3DB-9701732EA6FE}" srcId="{495DEF3B-DB8C-4824-8E19-60AB5174E092}" destId="{50D5F34B-565F-44F5-A916-B900903B2826}" srcOrd="2" destOrd="0" parTransId="{5F930CF4-1FE9-46CA-AA36-53480305FB95}" sibTransId="{0DA288E7-9871-45DE-97F8-141FD5DCE13D}"/>
    <dgm:cxn modelId="{5E8AFB05-42AD-4BED-A93A-35E1E8CC2B6E}" srcId="{E5AAB765-757E-472C-B7DB-3DD581018C61}" destId="{97441315-E735-4C64-8C55-96291D2A391A}" srcOrd="1" destOrd="0" parTransId="{75107EF8-B051-4A8F-84C4-73B98D189F30}" sibTransId="{DE7BC818-E0A6-4EDE-956C-861447A58FB1}"/>
    <dgm:cxn modelId="{72EE580F-FC0C-4801-ABE1-845CB50618CC}" type="presOf" srcId="{68564620-DEF3-48B1-B4D4-0B28AA2E2E44}" destId="{3473F474-AC5E-4D30-BB82-85CA077D5D27}" srcOrd="0" destOrd="0" presId="urn:microsoft.com/office/officeart/2005/8/layout/hList1"/>
    <dgm:cxn modelId="{61250F21-6EE1-491B-A41D-3007593A8931}" type="presOf" srcId="{88B1F843-B1AB-4E5F-9EF1-C7478F2D9466}" destId="{AFF40938-2770-4F9B-B96E-9347FDC7E210}" srcOrd="0" destOrd="0" presId="urn:microsoft.com/office/officeart/2005/8/layout/hList1"/>
    <dgm:cxn modelId="{2AECD523-3E9D-43AE-B0B8-3C3D5E826813}" type="presOf" srcId="{FBF968F5-C12D-4BF7-9FD1-4E38A6EE7AE6}" destId="{9177179B-6FAA-4CEF-9570-4ECE07E562B9}" srcOrd="0" destOrd="0" presId="urn:microsoft.com/office/officeart/2005/8/layout/hList1"/>
    <dgm:cxn modelId="{C46E4934-91B8-48C2-A279-92B3C99379B5}" type="presOf" srcId="{66E0FE20-8F25-40AC-BDBA-0BE425A3AB1E}" destId="{152C7289-0079-4B3D-A088-BBDC09738847}" srcOrd="0" destOrd="0" presId="urn:microsoft.com/office/officeart/2005/8/layout/hList1"/>
    <dgm:cxn modelId="{99EE5241-6A48-4D59-A1AA-98B9ABFDD070}" type="presOf" srcId="{09B08B99-1F0B-4284-8DF4-CF3C343E62A2}" destId="{AFF40938-2770-4F9B-B96E-9347FDC7E210}" srcOrd="0" destOrd="2" presId="urn:microsoft.com/office/officeart/2005/8/layout/hList1"/>
    <dgm:cxn modelId="{56361F4A-BB73-4DA4-A316-6795469CFDD1}" type="presOf" srcId="{97441315-E735-4C64-8C55-96291D2A391A}" destId="{7AF6824D-62DD-4578-8F73-A57A6B9CD58F}" srcOrd="0" destOrd="1" presId="urn:microsoft.com/office/officeart/2005/8/layout/hList1"/>
    <dgm:cxn modelId="{611C5D4E-ED6E-4A10-91BA-505765B09080}" srcId="{38EA614B-584D-40C1-A7AA-BA54926C221B}" destId="{ACE8A68E-852D-4A8F-93C1-F7AF45D23470}" srcOrd="2" destOrd="0" parTransId="{C0DB4992-325A-4FDE-8E31-2D77F4FD5764}" sibTransId="{10CE9BD3-097B-4DD6-86C8-7761AE270EEE}"/>
    <dgm:cxn modelId="{BCA0D24E-8891-4D91-A57B-656690A5D583}" srcId="{FBF968F5-C12D-4BF7-9FD1-4E38A6EE7AE6}" destId="{88B1F843-B1AB-4E5F-9EF1-C7478F2D9466}" srcOrd="0" destOrd="0" parTransId="{1BB0FB34-FBF9-4F9B-9F46-97AF3B1B5689}" sibTransId="{F4D9BA49-BD0F-4A38-937C-FF2063D0CE2E}"/>
    <dgm:cxn modelId="{A413FB4E-B354-4BAF-ABE0-710B02D680CE}" srcId="{E5AAB765-757E-472C-B7DB-3DD581018C61}" destId="{F744B72F-AD52-4FCF-9824-F8574E133345}" srcOrd="0" destOrd="0" parTransId="{DCEAB1F6-FE48-42A1-A735-8ABCEEB56C5B}" sibTransId="{95C4E98E-A9F2-44BC-9C79-561446B6D4FC}"/>
    <dgm:cxn modelId="{C3CAA553-F0A7-43CF-BBA8-B8C52C011552}" srcId="{FBF968F5-C12D-4BF7-9FD1-4E38A6EE7AE6}" destId="{9A011317-21CF-4B3D-8A2A-5CAE97A56CBB}" srcOrd="1" destOrd="0" parTransId="{7673D10B-BA02-49C1-A96C-6494BDA48E4F}" sibTransId="{13D30C0A-AD55-4BB9-92A9-45F99064AC02}"/>
    <dgm:cxn modelId="{D9630B74-1CA2-4DD2-861B-C4C46F76AC5E}" type="presOf" srcId="{C0C639CD-AB7B-4BDF-8DC5-2081B2CDB0F4}" destId="{152C7289-0079-4B3D-A088-BBDC09738847}" srcOrd="0" destOrd="1" presId="urn:microsoft.com/office/officeart/2005/8/layout/hList1"/>
    <dgm:cxn modelId="{2723E78E-F028-4A6E-8DA6-11C880294B52}" type="presOf" srcId="{38EA614B-584D-40C1-A7AA-BA54926C221B}" destId="{66B1D26F-81EF-417D-B669-7ACD01A9F3BA}" srcOrd="0" destOrd="0" presId="urn:microsoft.com/office/officeart/2005/8/layout/hList1"/>
    <dgm:cxn modelId="{DC36808F-8B36-4E9F-82F9-BD988D0DAB49}" srcId="{38EA614B-584D-40C1-A7AA-BA54926C221B}" destId="{495DEF3B-DB8C-4824-8E19-60AB5174E092}" srcOrd="0" destOrd="0" parTransId="{81BC385F-3DCC-4208-ACDA-FC609A2F0604}" sibTransId="{72D6409D-8421-4738-BF85-3C4718E198E9}"/>
    <dgm:cxn modelId="{2351E092-0943-49D6-9AB5-F3D96BCAE754}" srcId="{ACE8A68E-852D-4A8F-93C1-F7AF45D23470}" destId="{68564620-DEF3-48B1-B4D4-0B28AA2E2E44}" srcOrd="0" destOrd="0" parTransId="{D1624E59-0502-4948-A260-C91420F09138}" sibTransId="{168B6820-64A8-47F5-AA35-6CC353AA5BE9}"/>
    <dgm:cxn modelId="{277D2A94-F765-451A-87C4-4736E33144A8}" type="presOf" srcId="{F744B72F-AD52-4FCF-9824-F8574E133345}" destId="{7AF6824D-62DD-4578-8F73-A57A6B9CD58F}" srcOrd="0" destOrd="0" presId="urn:microsoft.com/office/officeart/2005/8/layout/hList1"/>
    <dgm:cxn modelId="{9D671A95-0C25-4D6D-95B3-46EA809F2E2D}" type="presOf" srcId="{9A011317-21CF-4B3D-8A2A-5CAE97A56CBB}" destId="{AFF40938-2770-4F9B-B96E-9347FDC7E210}" srcOrd="0" destOrd="1" presId="urn:microsoft.com/office/officeart/2005/8/layout/hList1"/>
    <dgm:cxn modelId="{0BE34EA9-CC09-4C9C-A22B-77CACCFE327A}" srcId="{ACE8A68E-852D-4A8F-93C1-F7AF45D23470}" destId="{38C3773C-A42D-4377-96B9-D0CB57AD63D0}" srcOrd="1" destOrd="0" parTransId="{DF856C0D-C31D-4501-A5B0-9ADC23EBB6D5}" sibTransId="{9F1565C6-F9ED-45C8-8C97-C694F0048F34}"/>
    <dgm:cxn modelId="{03FEC1B4-3EF2-4B94-89EA-370DF265236C}" type="presOf" srcId="{495DEF3B-DB8C-4824-8E19-60AB5174E092}" destId="{533C4423-3CCC-43BF-A2CB-4E7FC1A82215}" srcOrd="0" destOrd="0" presId="urn:microsoft.com/office/officeart/2005/8/layout/hList1"/>
    <dgm:cxn modelId="{541426BC-7145-4F95-BC65-2264A1C6011E}" type="presOf" srcId="{ACE8A68E-852D-4A8F-93C1-F7AF45D23470}" destId="{2ABC0EF3-7F75-4BA8-BEAB-51F24CC95C1F}" srcOrd="0" destOrd="0" presId="urn:microsoft.com/office/officeart/2005/8/layout/hList1"/>
    <dgm:cxn modelId="{F81802D0-B5D2-44AA-9558-1F6A43F23CC8}" type="presOf" srcId="{E5AAB765-757E-472C-B7DB-3DD581018C61}" destId="{865584E2-3732-4E32-8005-32D612FF2A45}" srcOrd="0" destOrd="0" presId="urn:microsoft.com/office/officeart/2005/8/layout/hList1"/>
    <dgm:cxn modelId="{210863D6-313E-433A-BD19-33B07968A05D}" type="presOf" srcId="{38C3773C-A42D-4377-96B9-D0CB57AD63D0}" destId="{3473F474-AC5E-4D30-BB82-85CA077D5D27}" srcOrd="0" destOrd="1" presId="urn:microsoft.com/office/officeart/2005/8/layout/hList1"/>
    <dgm:cxn modelId="{848506D7-C557-4FCC-95B7-7AC26324CDEB}" srcId="{FBF968F5-C12D-4BF7-9FD1-4E38A6EE7AE6}" destId="{09B08B99-1F0B-4284-8DF4-CF3C343E62A2}" srcOrd="2" destOrd="0" parTransId="{3C354536-54DE-4FAB-9A0D-E93A5D9305BB}" sibTransId="{3AA07553-D095-4DB8-8583-BF184A7B470A}"/>
    <dgm:cxn modelId="{509B2ED7-1489-49B5-AA35-B4AE9CBCF04E}" type="presOf" srcId="{12CBD27E-EEA0-4EF3-9108-A3E519E6FC45}" destId="{3473F474-AC5E-4D30-BB82-85CA077D5D27}" srcOrd="0" destOrd="2" presId="urn:microsoft.com/office/officeart/2005/8/layout/hList1"/>
    <dgm:cxn modelId="{3A70F7DC-7C65-40EE-80F0-67AFC13FE22D}" srcId="{38EA614B-584D-40C1-A7AA-BA54926C221B}" destId="{FBF968F5-C12D-4BF7-9FD1-4E38A6EE7AE6}" srcOrd="3" destOrd="0" parTransId="{344FF6D5-7BB1-403A-90CD-44B28B98C203}" sibTransId="{3EA4C90F-9105-452E-8203-17785CA568E2}"/>
    <dgm:cxn modelId="{8BB965E3-959F-483E-9584-C0D916AE2837}" srcId="{495DEF3B-DB8C-4824-8E19-60AB5174E092}" destId="{C0C639CD-AB7B-4BDF-8DC5-2081B2CDB0F4}" srcOrd="1" destOrd="0" parTransId="{688CFAF1-67E0-46BC-92D3-18162BFCF014}" sibTransId="{048CED0C-E892-4173-A68A-5D4823E595B9}"/>
    <dgm:cxn modelId="{8DAC8FE5-53FB-40DC-9326-65FAB8831D36}" srcId="{495DEF3B-DB8C-4824-8E19-60AB5174E092}" destId="{66E0FE20-8F25-40AC-BDBA-0BE425A3AB1E}" srcOrd="0" destOrd="0" parTransId="{EC711B59-765D-4B32-AA1F-4F4CB98661C7}" sibTransId="{3CA46B5F-E233-48C6-AB6A-B55AFA3A58FA}"/>
    <dgm:cxn modelId="{FDFB7BE7-F54C-4099-9952-4BA27368CE9C}" type="presOf" srcId="{50D5F34B-565F-44F5-A916-B900903B2826}" destId="{152C7289-0079-4B3D-A088-BBDC09738847}" srcOrd="0" destOrd="2" presId="urn:microsoft.com/office/officeart/2005/8/layout/hList1"/>
    <dgm:cxn modelId="{FD3E09F5-D889-4A58-876D-267B1948FC8A}" type="presOf" srcId="{67490D96-77AF-4ACC-877C-26C88742B4AB}" destId="{7AF6824D-62DD-4578-8F73-A57A6B9CD58F}" srcOrd="0" destOrd="2" presId="urn:microsoft.com/office/officeart/2005/8/layout/hList1"/>
    <dgm:cxn modelId="{F511A0F5-8E6F-41E9-B796-224028B3B7B6}" srcId="{E5AAB765-757E-472C-B7DB-3DD581018C61}" destId="{67490D96-77AF-4ACC-877C-26C88742B4AB}" srcOrd="2" destOrd="0" parTransId="{7C17F6FD-7059-4D90-B44B-BFE9085F2658}" sibTransId="{B209DE76-C920-4403-A6BB-804C65150F30}"/>
    <dgm:cxn modelId="{9DF5C3E7-3513-40B2-8C8A-9E55790BBA63}" type="presParOf" srcId="{66B1D26F-81EF-417D-B669-7ACD01A9F3BA}" destId="{4302D4D5-264E-4347-97EE-7A92C5A72928}" srcOrd="0" destOrd="0" presId="urn:microsoft.com/office/officeart/2005/8/layout/hList1"/>
    <dgm:cxn modelId="{F85571D3-993F-4389-9B9C-AF9375D4BC56}" type="presParOf" srcId="{4302D4D5-264E-4347-97EE-7A92C5A72928}" destId="{533C4423-3CCC-43BF-A2CB-4E7FC1A82215}" srcOrd="0" destOrd="0" presId="urn:microsoft.com/office/officeart/2005/8/layout/hList1"/>
    <dgm:cxn modelId="{EBD07EB0-77E9-436B-967A-905055B2B9D7}" type="presParOf" srcId="{4302D4D5-264E-4347-97EE-7A92C5A72928}" destId="{152C7289-0079-4B3D-A088-BBDC09738847}" srcOrd="1" destOrd="0" presId="urn:microsoft.com/office/officeart/2005/8/layout/hList1"/>
    <dgm:cxn modelId="{4DD2C781-8154-4377-A611-DE528EA029B2}" type="presParOf" srcId="{66B1D26F-81EF-417D-B669-7ACD01A9F3BA}" destId="{1FBE1947-4A6D-4A90-9B26-C9F5967262E5}" srcOrd="1" destOrd="0" presId="urn:microsoft.com/office/officeart/2005/8/layout/hList1"/>
    <dgm:cxn modelId="{D63583E5-32D8-4E54-9DF0-0FD470CC8D0E}" type="presParOf" srcId="{66B1D26F-81EF-417D-B669-7ACD01A9F3BA}" destId="{64F6929F-237F-442E-A68A-E821474D9B63}" srcOrd="2" destOrd="0" presId="urn:microsoft.com/office/officeart/2005/8/layout/hList1"/>
    <dgm:cxn modelId="{B9FB1F80-E4F8-4C77-8422-E31D22C28E90}" type="presParOf" srcId="{64F6929F-237F-442E-A68A-E821474D9B63}" destId="{865584E2-3732-4E32-8005-32D612FF2A45}" srcOrd="0" destOrd="0" presId="urn:microsoft.com/office/officeart/2005/8/layout/hList1"/>
    <dgm:cxn modelId="{91BB8686-ECB8-4A67-8207-F579A54A1917}" type="presParOf" srcId="{64F6929F-237F-442E-A68A-E821474D9B63}" destId="{7AF6824D-62DD-4578-8F73-A57A6B9CD58F}" srcOrd="1" destOrd="0" presId="urn:microsoft.com/office/officeart/2005/8/layout/hList1"/>
    <dgm:cxn modelId="{7CC8D711-6783-4AC4-A181-86812327E2FF}" type="presParOf" srcId="{66B1D26F-81EF-417D-B669-7ACD01A9F3BA}" destId="{CC9DDB44-CC05-4936-992D-9AA9159598BB}" srcOrd="3" destOrd="0" presId="urn:microsoft.com/office/officeart/2005/8/layout/hList1"/>
    <dgm:cxn modelId="{1322B051-C074-4288-A8A0-A8737DEAF442}" type="presParOf" srcId="{66B1D26F-81EF-417D-B669-7ACD01A9F3BA}" destId="{E3B2C2C1-80C4-415F-820E-136E4C622E82}" srcOrd="4" destOrd="0" presId="urn:microsoft.com/office/officeart/2005/8/layout/hList1"/>
    <dgm:cxn modelId="{EABE6364-4DBC-4D6C-B939-C5FBF054BFA0}" type="presParOf" srcId="{E3B2C2C1-80C4-415F-820E-136E4C622E82}" destId="{2ABC0EF3-7F75-4BA8-BEAB-51F24CC95C1F}" srcOrd="0" destOrd="0" presId="urn:microsoft.com/office/officeart/2005/8/layout/hList1"/>
    <dgm:cxn modelId="{3524B097-B094-4AEE-9FF2-03D525B6DC76}" type="presParOf" srcId="{E3B2C2C1-80C4-415F-820E-136E4C622E82}" destId="{3473F474-AC5E-4D30-BB82-85CA077D5D27}" srcOrd="1" destOrd="0" presId="urn:microsoft.com/office/officeart/2005/8/layout/hList1"/>
    <dgm:cxn modelId="{C4E1F6FF-3A3D-4A94-80B6-4808CD29CA89}" type="presParOf" srcId="{66B1D26F-81EF-417D-B669-7ACD01A9F3BA}" destId="{A2C4B260-20D3-4A0C-A205-C734928BE1D0}" srcOrd="5" destOrd="0" presId="urn:microsoft.com/office/officeart/2005/8/layout/hList1"/>
    <dgm:cxn modelId="{11404226-8DA6-4382-B670-3B0E6EADAF73}" type="presParOf" srcId="{66B1D26F-81EF-417D-B669-7ACD01A9F3BA}" destId="{8C77A710-F1E2-4D6E-9DF1-B1FAEB7FFE2B}" srcOrd="6" destOrd="0" presId="urn:microsoft.com/office/officeart/2005/8/layout/hList1"/>
    <dgm:cxn modelId="{D2D3D86B-9596-4228-9ACF-7A99688E2C62}" type="presParOf" srcId="{8C77A710-F1E2-4D6E-9DF1-B1FAEB7FFE2B}" destId="{9177179B-6FAA-4CEF-9570-4ECE07E562B9}" srcOrd="0" destOrd="0" presId="urn:microsoft.com/office/officeart/2005/8/layout/hList1"/>
    <dgm:cxn modelId="{43A7DDD2-1592-4F47-B3CC-041D7959E677}" type="presParOf" srcId="{8C77A710-F1E2-4D6E-9DF1-B1FAEB7FFE2B}" destId="{AFF40938-2770-4F9B-B96E-9347FDC7E21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DD4A7-8C5D-4C47-AAF7-A4D71247202B}">
      <dsp:nvSpPr>
        <dsp:cNvPr id="0" name=""/>
        <dsp:cNvSpPr/>
      </dsp:nvSpPr>
      <dsp:spPr>
        <a:xfrm>
          <a:off x="0" y="2361"/>
          <a:ext cx="11018837" cy="0"/>
        </a:xfrm>
        <a:prstGeom prst="line">
          <a:avLst/>
        </a:prstGeom>
        <a:solidFill>
          <a:schemeClr val="accent2">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DDCB24-E547-40CE-8D94-0BF1128704FD}">
      <dsp:nvSpPr>
        <dsp:cNvPr id="0" name=""/>
        <dsp:cNvSpPr/>
      </dsp:nvSpPr>
      <dsp:spPr>
        <a:xfrm>
          <a:off x="0" y="2361"/>
          <a:ext cx="2203767" cy="1610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Introduction to Rqual </a:t>
          </a:r>
          <a:endParaRPr lang="en-US" sz="2600" kern="1200"/>
        </a:p>
      </dsp:txBody>
      <dsp:txXfrm>
        <a:off x="0" y="2361"/>
        <a:ext cx="2203767" cy="1610734"/>
      </dsp:txXfrm>
    </dsp:sp>
    <dsp:sp modelId="{22C1C0EA-D207-42E6-A2E6-9B5577C37860}">
      <dsp:nvSpPr>
        <dsp:cNvPr id="0" name=""/>
        <dsp:cNvSpPr/>
      </dsp:nvSpPr>
      <dsp:spPr>
        <a:xfrm>
          <a:off x="2369050" y="75505"/>
          <a:ext cx="8649787" cy="14628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Overview of </a:t>
          </a:r>
          <a:r>
            <a:rPr lang="en-US" sz="3200" kern="1200" err="1"/>
            <a:t>Rqual</a:t>
          </a:r>
          <a:r>
            <a:rPr lang="en-US" sz="3200" kern="1200"/>
            <a:t> </a:t>
          </a:r>
        </a:p>
      </dsp:txBody>
      <dsp:txXfrm>
        <a:off x="2369050" y="75505"/>
        <a:ext cx="8649787" cy="1462874"/>
      </dsp:txXfrm>
    </dsp:sp>
    <dsp:sp modelId="{7781241B-C908-4D90-B440-2AE95B6C06D8}">
      <dsp:nvSpPr>
        <dsp:cNvPr id="0" name=""/>
        <dsp:cNvSpPr/>
      </dsp:nvSpPr>
      <dsp:spPr>
        <a:xfrm>
          <a:off x="2203767" y="1538379"/>
          <a:ext cx="8815070" cy="0"/>
        </a:xfrm>
        <a:prstGeom prst="line">
          <a:avLst/>
        </a:prstGeom>
        <a:solidFill>
          <a:schemeClr val="accent2">
            <a:hueOff val="0"/>
            <a:satOff val="0"/>
            <a:lumOff val="0"/>
            <a:alphaOff val="0"/>
          </a:schemeClr>
        </a:solidFill>
        <a:ln w="1079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DC6179-A84A-4DF9-9128-1A9FFBB86687}">
      <dsp:nvSpPr>
        <dsp:cNvPr id="0" name=""/>
        <dsp:cNvSpPr/>
      </dsp:nvSpPr>
      <dsp:spPr>
        <a:xfrm>
          <a:off x="0" y="1613096"/>
          <a:ext cx="11018837" cy="0"/>
        </a:xfrm>
        <a:prstGeom prst="line">
          <a:avLst/>
        </a:prstGeom>
        <a:solidFill>
          <a:schemeClr val="accent2">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6BEB87-2DB3-4FEF-889B-738282805E2F}">
      <dsp:nvSpPr>
        <dsp:cNvPr id="0" name=""/>
        <dsp:cNvSpPr/>
      </dsp:nvSpPr>
      <dsp:spPr>
        <a:xfrm>
          <a:off x="0" y="1613096"/>
          <a:ext cx="2203767" cy="1610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Overview and Benefits</a:t>
          </a:r>
          <a:endParaRPr lang="en-US" sz="2600" kern="1200"/>
        </a:p>
      </dsp:txBody>
      <dsp:txXfrm>
        <a:off x="0" y="1613096"/>
        <a:ext cx="2203767" cy="1610734"/>
      </dsp:txXfrm>
    </dsp:sp>
    <dsp:sp modelId="{82179BE6-3469-4E27-8A5D-6585273BD462}">
      <dsp:nvSpPr>
        <dsp:cNvPr id="0" name=""/>
        <dsp:cNvSpPr/>
      </dsp:nvSpPr>
      <dsp:spPr>
        <a:xfrm>
          <a:off x="2369050" y="1686239"/>
          <a:ext cx="8649787" cy="14628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kern="1200"/>
            <a:t>RTL TCM FLOWS</a:t>
          </a:r>
        </a:p>
      </dsp:txBody>
      <dsp:txXfrm>
        <a:off x="2369050" y="1686239"/>
        <a:ext cx="8649787" cy="1462874"/>
      </dsp:txXfrm>
    </dsp:sp>
    <dsp:sp modelId="{5FD36F65-33F8-4E99-A14D-F65DFBD02391}">
      <dsp:nvSpPr>
        <dsp:cNvPr id="0" name=""/>
        <dsp:cNvSpPr/>
      </dsp:nvSpPr>
      <dsp:spPr>
        <a:xfrm>
          <a:off x="2203767" y="3149114"/>
          <a:ext cx="8815070" cy="0"/>
        </a:xfrm>
        <a:prstGeom prst="line">
          <a:avLst/>
        </a:prstGeom>
        <a:solidFill>
          <a:schemeClr val="accent2">
            <a:hueOff val="0"/>
            <a:satOff val="0"/>
            <a:lumOff val="0"/>
            <a:alphaOff val="0"/>
          </a:schemeClr>
        </a:solidFill>
        <a:ln w="1079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D088C1-EDA7-40B9-8A81-1638FCD9BEDE}">
      <dsp:nvSpPr>
        <dsp:cNvPr id="0" name=""/>
        <dsp:cNvSpPr/>
      </dsp:nvSpPr>
      <dsp:spPr>
        <a:xfrm>
          <a:off x="0" y="3223830"/>
          <a:ext cx="11018837" cy="0"/>
        </a:xfrm>
        <a:prstGeom prst="line">
          <a:avLst/>
        </a:prstGeom>
        <a:solidFill>
          <a:schemeClr val="accent2">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FA0D04-19A5-4890-8E48-0C16C0B2045B}">
      <dsp:nvSpPr>
        <dsp:cNvPr id="0" name=""/>
        <dsp:cNvSpPr/>
      </dsp:nvSpPr>
      <dsp:spPr>
        <a:xfrm>
          <a:off x="0" y="3223830"/>
          <a:ext cx="2203767" cy="1610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a:t>RTL TCM Adoption Plan  </a:t>
          </a:r>
          <a:endParaRPr lang="en-US" sz="2600" kern="1200"/>
        </a:p>
      </dsp:txBody>
      <dsp:txXfrm>
        <a:off x="0" y="3223830"/>
        <a:ext cx="2203767" cy="1610734"/>
      </dsp:txXfrm>
    </dsp:sp>
    <dsp:sp modelId="{29295402-8455-4C6C-A901-9A8F3DC02D6D}">
      <dsp:nvSpPr>
        <dsp:cNvPr id="0" name=""/>
        <dsp:cNvSpPr/>
      </dsp:nvSpPr>
      <dsp:spPr>
        <a:xfrm>
          <a:off x="2369050" y="3296974"/>
          <a:ext cx="8649787" cy="14628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a:t>SDC lint and constraints demotion flows</a:t>
          </a:r>
        </a:p>
      </dsp:txBody>
      <dsp:txXfrm>
        <a:off x="2369050" y="3296974"/>
        <a:ext cx="8649787" cy="1462874"/>
      </dsp:txXfrm>
    </dsp:sp>
    <dsp:sp modelId="{FE2E54FC-5CB4-4D8C-9D24-C084A183BAFC}">
      <dsp:nvSpPr>
        <dsp:cNvPr id="0" name=""/>
        <dsp:cNvSpPr/>
      </dsp:nvSpPr>
      <dsp:spPr>
        <a:xfrm>
          <a:off x="2203767" y="4759848"/>
          <a:ext cx="8815070" cy="0"/>
        </a:xfrm>
        <a:prstGeom prst="line">
          <a:avLst/>
        </a:prstGeom>
        <a:solidFill>
          <a:schemeClr val="accent2">
            <a:hueOff val="0"/>
            <a:satOff val="0"/>
            <a:lumOff val="0"/>
            <a:alphaOff val="0"/>
          </a:schemeClr>
        </a:solidFill>
        <a:ln w="10795"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679D1-D80D-4D48-BD00-D212958BF2AD}">
      <dsp:nvSpPr>
        <dsp:cNvPr id="0" name=""/>
        <dsp:cNvSpPr/>
      </dsp:nvSpPr>
      <dsp:spPr>
        <a:xfrm>
          <a:off x="0" y="15558"/>
          <a:ext cx="5219700" cy="87984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Improved RTL Quality </a:t>
          </a:r>
        </a:p>
      </dsp:txBody>
      <dsp:txXfrm>
        <a:off x="42950" y="58508"/>
        <a:ext cx="5133800" cy="793940"/>
      </dsp:txXfrm>
    </dsp:sp>
    <dsp:sp modelId="{FDD67FA8-2750-48E9-BA56-092BF077F86C}">
      <dsp:nvSpPr>
        <dsp:cNvPr id="0" name=""/>
        <dsp:cNvSpPr/>
      </dsp:nvSpPr>
      <dsp:spPr>
        <a:xfrm>
          <a:off x="0" y="895398"/>
          <a:ext cx="5219700" cy="899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725"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a:t>Consolidate disparate checks into a standardized location</a:t>
          </a:r>
        </a:p>
        <a:p>
          <a:pPr marL="228600" lvl="1" indent="-228600" algn="l" defTabSz="889000">
            <a:lnSpc>
              <a:spcPct val="90000"/>
            </a:lnSpc>
            <a:spcBef>
              <a:spcPct val="0"/>
            </a:spcBef>
            <a:spcAft>
              <a:spcPct val="20000"/>
            </a:spcAft>
            <a:buChar char="•"/>
          </a:pPr>
          <a:r>
            <a:rPr lang="en-US" sz="2000" kern="1200"/>
            <a:t>Unified verification for all IPs</a:t>
          </a:r>
        </a:p>
      </dsp:txBody>
      <dsp:txXfrm>
        <a:off x="0" y="895398"/>
        <a:ext cx="5219700" cy="899932"/>
      </dsp:txXfrm>
    </dsp:sp>
    <dsp:sp modelId="{D972A5D7-7C83-4EE8-A1AB-08AF916B878A}">
      <dsp:nvSpPr>
        <dsp:cNvPr id="0" name=""/>
        <dsp:cNvSpPr/>
      </dsp:nvSpPr>
      <dsp:spPr>
        <a:xfrm>
          <a:off x="0" y="1795331"/>
          <a:ext cx="5219700" cy="87984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Reduced Verification Time</a:t>
          </a:r>
        </a:p>
      </dsp:txBody>
      <dsp:txXfrm>
        <a:off x="42950" y="1838281"/>
        <a:ext cx="5133800" cy="793940"/>
      </dsp:txXfrm>
    </dsp:sp>
    <dsp:sp modelId="{ACC65691-A766-43C6-B231-DA3683702E7B}">
      <dsp:nvSpPr>
        <dsp:cNvPr id="0" name=""/>
        <dsp:cNvSpPr/>
      </dsp:nvSpPr>
      <dsp:spPr>
        <a:xfrm>
          <a:off x="0" y="2675171"/>
          <a:ext cx="5219700" cy="2140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72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t>Shift left structural verification into defined stages for consistency</a:t>
          </a:r>
        </a:p>
        <a:p>
          <a:pPr marL="171450" lvl="1" indent="-171450" algn="l" defTabSz="800100">
            <a:lnSpc>
              <a:spcPct val="90000"/>
            </a:lnSpc>
            <a:spcBef>
              <a:spcPct val="0"/>
            </a:spcBef>
            <a:spcAft>
              <a:spcPct val="20000"/>
            </a:spcAft>
            <a:buChar char="•"/>
          </a:pPr>
          <a:r>
            <a:rPr lang="en-US" sz="1800" kern="1200"/>
            <a:t>Easy to setup for new users</a:t>
          </a:r>
        </a:p>
        <a:p>
          <a:pPr marL="171450" lvl="1" indent="-171450" algn="l" defTabSz="800100">
            <a:lnSpc>
              <a:spcPct val="90000"/>
            </a:lnSpc>
            <a:spcBef>
              <a:spcPct val="0"/>
            </a:spcBef>
            <a:spcAft>
              <a:spcPct val="20000"/>
            </a:spcAft>
            <a:buChar char="•"/>
          </a:pPr>
          <a:r>
            <a:rPr lang="en-US" sz="1800" kern="1200"/>
            <a:t>Ensure all checks standardize on a unified reporting mechanism for easy data analysis</a:t>
          </a:r>
        </a:p>
        <a:p>
          <a:pPr marL="171450" lvl="1" indent="-171450" algn="l" defTabSz="800100">
            <a:lnSpc>
              <a:spcPct val="90000"/>
            </a:lnSpc>
            <a:spcBef>
              <a:spcPct val="0"/>
            </a:spcBef>
            <a:spcAft>
              <a:spcPct val="20000"/>
            </a:spcAft>
            <a:buChar char="•"/>
          </a:pPr>
          <a:r>
            <a:rPr lang="en-US" sz="1800" kern="1200"/>
            <a:t>Comprehensive check visualization which allows intuitive user optimization of runtime performance</a:t>
          </a:r>
        </a:p>
      </dsp:txBody>
      <dsp:txXfrm>
        <a:off x="0" y="2675171"/>
        <a:ext cx="5219700" cy="21403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19FCF-FC00-4DA6-B9CC-782555B56D2D}">
      <dsp:nvSpPr>
        <dsp:cNvPr id="0" name=""/>
        <dsp:cNvSpPr/>
      </dsp:nvSpPr>
      <dsp:spPr>
        <a:xfrm>
          <a:off x="0" y="80307"/>
          <a:ext cx="11021124" cy="397800"/>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Why Change?</a:t>
          </a:r>
          <a:endParaRPr lang="en-US" sz="1700" kern="1200"/>
        </a:p>
      </dsp:txBody>
      <dsp:txXfrm>
        <a:off x="19419" y="99726"/>
        <a:ext cx="10982286" cy="358962"/>
      </dsp:txXfrm>
    </dsp:sp>
    <dsp:sp modelId="{4CBC8002-2CFE-45D8-92A2-343ADE886A22}">
      <dsp:nvSpPr>
        <dsp:cNvPr id="0" name=""/>
        <dsp:cNvSpPr/>
      </dsp:nvSpPr>
      <dsp:spPr>
        <a:xfrm>
          <a:off x="0" y="478107"/>
          <a:ext cx="11021124" cy="84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92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Current flow waits for full-chip feedback at gate-level</a:t>
          </a:r>
        </a:p>
        <a:p>
          <a:pPr marL="114300" lvl="1" indent="-114300" algn="l" defTabSz="577850">
            <a:lnSpc>
              <a:spcPct val="90000"/>
            </a:lnSpc>
            <a:spcBef>
              <a:spcPct val="0"/>
            </a:spcBef>
            <a:spcAft>
              <a:spcPct val="20000"/>
            </a:spcAft>
            <a:buChar char="•"/>
          </a:pPr>
          <a:r>
            <a:rPr lang="en-US" sz="1300" kern="1200"/>
            <a:t>Feedback comes late → costly fixes and schedule delays</a:t>
          </a:r>
        </a:p>
        <a:p>
          <a:pPr marL="114300" lvl="1" indent="-114300" algn="l" defTabSz="577850">
            <a:lnSpc>
              <a:spcPct val="90000"/>
            </a:lnSpc>
            <a:spcBef>
              <a:spcPct val="0"/>
            </a:spcBef>
            <a:spcAft>
              <a:spcPct val="20000"/>
            </a:spcAft>
            <a:buChar char="•"/>
          </a:pPr>
          <a:r>
            <a:rPr lang="en-US" sz="1300" kern="1200"/>
            <a:t>Validation happens after netlist generation instead of early RTL stage</a:t>
          </a:r>
        </a:p>
        <a:p>
          <a:pPr marL="114300" lvl="1" indent="-114300" algn="l" defTabSz="577850">
            <a:lnSpc>
              <a:spcPct val="90000"/>
            </a:lnSpc>
            <a:spcBef>
              <a:spcPct val="0"/>
            </a:spcBef>
            <a:spcAft>
              <a:spcPct val="20000"/>
            </a:spcAft>
            <a:buChar char="•"/>
          </a:pPr>
          <a:endParaRPr lang="en-US" sz="1300" kern="1200"/>
        </a:p>
      </dsp:txBody>
      <dsp:txXfrm>
        <a:off x="0" y="478107"/>
        <a:ext cx="11021124" cy="844560"/>
      </dsp:txXfrm>
    </dsp:sp>
    <dsp:sp modelId="{D43CC9CB-D832-4214-B3A5-22F425B16CA1}">
      <dsp:nvSpPr>
        <dsp:cNvPr id="0" name=""/>
        <dsp:cNvSpPr/>
      </dsp:nvSpPr>
      <dsp:spPr>
        <a:xfrm>
          <a:off x="0" y="1322667"/>
          <a:ext cx="11021124" cy="397800"/>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New Approach</a:t>
          </a:r>
          <a:endParaRPr lang="en-US" sz="1700" kern="1200"/>
        </a:p>
      </dsp:txBody>
      <dsp:txXfrm>
        <a:off x="19419" y="1342086"/>
        <a:ext cx="10982286" cy="358962"/>
      </dsp:txXfrm>
    </dsp:sp>
    <dsp:sp modelId="{AAA7C0FF-ECB9-48FC-BD6B-357A08E99FDF}">
      <dsp:nvSpPr>
        <dsp:cNvPr id="0" name=""/>
        <dsp:cNvSpPr/>
      </dsp:nvSpPr>
      <dsp:spPr>
        <a:xfrm>
          <a:off x="0" y="1720467"/>
          <a:ext cx="11021124" cy="84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92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Validate constraints early at  RTL stage</a:t>
          </a:r>
        </a:p>
        <a:p>
          <a:pPr marL="114300" lvl="1" indent="-114300" algn="l" defTabSz="577850">
            <a:lnSpc>
              <a:spcPct val="90000"/>
            </a:lnSpc>
            <a:spcBef>
              <a:spcPct val="0"/>
            </a:spcBef>
            <a:spcAft>
              <a:spcPct val="20000"/>
            </a:spcAft>
            <a:buChar char="•"/>
          </a:pPr>
          <a:r>
            <a:rPr lang="en-US" sz="1300" kern="1200"/>
            <a:t>Perform SDC lint checks, same-domain false path checks, no-marker checks</a:t>
          </a:r>
        </a:p>
        <a:p>
          <a:pPr marL="114300" lvl="1" indent="-114300" algn="l" defTabSz="577850">
            <a:lnSpc>
              <a:spcPct val="90000"/>
            </a:lnSpc>
            <a:spcBef>
              <a:spcPct val="0"/>
            </a:spcBef>
            <a:spcAft>
              <a:spcPct val="20000"/>
            </a:spcAft>
            <a:buChar char="•"/>
          </a:pPr>
          <a:r>
            <a:rPr lang="en-US" sz="1300" kern="1200"/>
            <a:t>Faster turnaround</a:t>
          </a:r>
        </a:p>
        <a:p>
          <a:pPr marL="114300" lvl="1" indent="-114300" algn="l" defTabSz="577850">
            <a:lnSpc>
              <a:spcPct val="90000"/>
            </a:lnSpc>
            <a:spcBef>
              <a:spcPct val="0"/>
            </a:spcBef>
            <a:spcAft>
              <a:spcPct val="20000"/>
            </a:spcAft>
            <a:buChar char="•"/>
          </a:pPr>
          <a:endParaRPr lang="en-US" sz="1300" kern="1200"/>
        </a:p>
      </dsp:txBody>
      <dsp:txXfrm>
        <a:off x="0" y="1720467"/>
        <a:ext cx="11021124" cy="844560"/>
      </dsp:txXfrm>
    </dsp:sp>
    <dsp:sp modelId="{3744179E-317A-4370-BCFF-BAD8AF144916}">
      <dsp:nvSpPr>
        <dsp:cNvPr id="0" name=""/>
        <dsp:cNvSpPr/>
      </dsp:nvSpPr>
      <dsp:spPr>
        <a:xfrm>
          <a:off x="0" y="2565027"/>
          <a:ext cx="11021124" cy="397800"/>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Benefits</a:t>
          </a:r>
          <a:endParaRPr lang="en-US" sz="1700" kern="1200"/>
        </a:p>
      </dsp:txBody>
      <dsp:txXfrm>
        <a:off x="19419" y="2584446"/>
        <a:ext cx="10982286" cy="358962"/>
      </dsp:txXfrm>
    </dsp:sp>
    <dsp:sp modelId="{D271BBBE-94FA-4D86-AF5C-5DF440850383}">
      <dsp:nvSpPr>
        <dsp:cNvPr id="0" name=""/>
        <dsp:cNvSpPr/>
      </dsp:nvSpPr>
      <dsp:spPr>
        <a:xfrm>
          <a:off x="0" y="2962827"/>
          <a:ext cx="11021124"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92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Early detection → fewer late surprises</a:t>
          </a:r>
        </a:p>
        <a:p>
          <a:pPr marL="114300" lvl="1" indent="-114300" algn="l" defTabSz="577850">
            <a:lnSpc>
              <a:spcPct val="90000"/>
            </a:lnSpc>
            <a:spcBef>
              <a:spcPct val="0"/>
            </a:spcBef>
            <a:spcAft>
              <a:spcPct val="20000"/>
            </a:spcAft>
            <a:buChar char="•"/>
          </a:pPr>
          <a:r>
            <a:rPr lang="en-US" sz="1300" kern="1200"/>
            <a:t>Significant time savings vs current flow</a:t>
          </a:r>
        </a:p>
        <a:p>
          <a:pPr marL="114300" lvl="1" indent="-114300" algn="l" defTabSz="577850">
            <a:lnSpc>
              <a:spcPct val="90000"/>
            </a:lnSpc>
            <a:spcBef>
              <a:spcPct val="0"/>
            </a:spcBef>
            <a:spcAft>
              <a:spcPct val="20000"/>
            </a:spcAft>
            <a:buChar char="•"/>
          </a:pPr>
          <a:r>
            <a:rPr lang="en-US" sz="1300" kern="1200"/>
            <a:t>Improved design quality and smoother integration</a:t>
          </a:r>
          <a:br>
            <a:rPr lang="en-US" sz="1300" kern="1200"/>
          </a:br>
          <a:endParaRPr lang="en-US" sz="1300" kern="1200"/>
        </a:p>
      </dsp:txBody>
      <dsp:txXfrm>
        <a:off x="0" y="2962827"/>
        <a:ext cx="11021124" cy="809370"/>
      </dsp:txXfrm>
    </dsp:sp>
    <dsp:sp modelId="{048D1082-7487-46ED-B3EB-DA294DDCB564}">
      <dsp:nvSpPr>
        <dsp:cNvPr id="0" name=""/>
        <dsp:cNvSpPr/>
      </dsp:nvSpPr>
      <dsp:spPr>
        <a:xfrm>
          <a:off x="0" y="3772197"/>
          <a:ext cx="11021124" cy="397800"/>
        </a:xfrm>
        <a:prstGeom prst="roundRect">
          <a:avLst/>
        </a:prstGeom>
        <a:solidFill>
          <a:schemeClr val="accent2">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Tools and Automation</a:t>
          </a:r>
        </a:p>
      </dsp:txBody>
      <dsp:txXfrm>
        <a:off x="19419" y="3791616"/>
        <a:ext cx="10982286" cy="358962"/>
      </dsp:txXfrm>
    </dsp:sp>
    <dsp:sp modelId="{CBF1CFD6-94AB-4255-842E-E7DE5CA10CE0}">
      <dsp:nvSpPr>
        <dsp:cNvPr id="0" name=""/>
        <dsp:cNvSpPr/>
      </dsp:nvSpPr>
      <dsp:spPr>
        <a:xfrm>
          <a:off x="0" y="4169997"/>
          <a:ext cx="11021124"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92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Use Rqual for RTL static verification</a:t>
          </a:r>
        </a:p>
        <a:p>
          <a:pPr marL="114300" lvl="1" indent="-114300" algn="l" defTabSz="577850">
            <a:lnSpc>
              <a:spcPct val="90000"/>
            </a:lnSpc>
            <a:spcBef>
              <a:spcPct val="0"/>
            </a:spcBef>
            <a:spcAft>
              <a:spcPct val="20000"/>
            </a:spcAft>
            <a:buChar char="•"/>
          </a:pPr>
          <a:r>
            <a:rPr lang="en-US" sz="1300" kern="1200"/>
            <a:t>Unified reporting for lint and constraint checks</a:t>
          </a:r>
        </a:p>
        <a:p>
          <a:pPr marL="114300" lvl="1" indent="-114300" algn="l" defTabSz="577850">
            <a:lnSpc>
              <a:spcPct val="90000"/>
            </a:lnSpc>
            <a:spcBef>
              <a:spcPct val="0"/>
            </a:spcBef>
            <a:spcAft>
              <a:spcPct val="20000"/>
            </a:spcAft>
            <a:buChar char="•"/>
          </a:pPr>
          <a:r>
            <a:rPr lang="en-US" sz="1300" kern="1200"/>
            <a:t>Easy setup for new tiles/IPs</a:t>
          </a:r>
        </a:p>
      </dsp:txBody>
      <dsp:txXfrm>
        <a:off x="0" y="4169997"/>
        <a:ext cx="11021124" cy="6334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3C4423-3CCC-43BF-A2CB-4E7FC1A82215}">
      <dsp:nvSpPr>
        <dsp:cNvPr id="0" name=""/>
        <dsp:cNvSpPr/>
      </dsp:nvSpPr>
      <dsp:spPr>
        <a:xfrm>
          <a:off x="4142" y="567456"/>
          <a:ext cx="2491075" cy="95701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a:t>Early Constraints Validation (Shift-Left)</a:t>
          </a:r>
        </a:p>
      </dsp:txBody>
      <dsp:txXfrm>
        <a:off x="4142" y="567456"/>
        <a:ext cx="2491075" cy="957014"/>
      </dsp:txXfrm>
    </dsp:sp>
    <dsp:sp modelId="{152C7289-0079-4B3D-A088-BBDC09738847}">
      <dsp:nvSpPr>
        <dsp:cNvPr id="0" name=""/>
        <dsp:cNvSpPr/>
      </dsp:nvSpPr>
      <dsp:spPr>
        <a:xfrm>
          <a:off x="4142" y="1524470"/>
          <a:ext cx="2491075" cy="2745000"/>
        </a:xfrm>
        <a:prstGeom prst="rect">
          <a:avLst/>
        </a:prstGeom>
        <a:solidFill>
          <a:schemeClr val="accent1">
            <a:alpha val="90000"/>
            <a:tint val="40000"/>
            <a:hueOff val="0"/>
            <a:satOff val="0"/>
            <a:lumOff val="0"/>
            <a:alphaOff val="0"/>
          </a:schemeClr>
        </a:solidFill>
        <a:ln w="10795" cap="flat" cmpd="sng" algn="ctr">
          <a:solidFill>
            <a:schemeClr val="bg1"/>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Catches issues **BEFORE** synthesis and P&amp;R</a:t>
          </a:r>
        </a:p>
        <a:p>
          <a:pPr marL="228600" lvl="1" indent="-228600" algn="l" defTabSz="889000">
            <a:lnSpc>
              <a:spcPct val="90000"/>
            </a:lnSpc>
            <a:spcBef>
              <a:spcPct val="0"/>
            </a:spcBef>
            <a:spcAft>
              <a:spcPct val="15000"/>
            </a:spcAft>
            <a:buChar char="•"/>
          </a:pPr>
          <a:r>
            <a:rPr lang="en-US" sz="2000" kern="1200"/>
            <a:t>Prevents costly re-spins in later stages</a:t>
          </a:r>
        </a:p>
        <a:p>
          <a:pPr marL="228600" lvl="1" indent="-228600" algn="l" defTabSz="889000">
            <a:lnSpc>
              <a:spcPct val="90000"/>
            </a:lnSpc>
            <a:spcBef>
              <a:spcPct val="0"/>
            </a:spcBef>
            <a:spcAft>
              <a:spcPct val="15000"/>
            </a:spcAft>
            <a:buChar char="•"/>
          </a:pPr>
          <a:r>
            <a:rPr lang="en-US" sz="2000" kern="1200"/>
            <a:t>Easier and faster fixes at RTL level</a:t>
          </a:r>
        </a:p>
      </dsp:txBody>
      <dsp:txXfrm>
        <a:off x="4142" y="1524470"/>
        <a:ext cx="2491075" cy="2745000"/>
      </dsp:txXfrm>
    </dsp:sp>
    <dsp:sp modelId="{865584E2-3732-4E32-8005-32D612FF2A45}">
      <dsp:nvSpPr>
        <dsp:cNvPr id="0" name=""/>
        <dsp:cNvSpPr/>
      </dsp:nvSpPr>
      <dsp:spPr>
        <a:xfrm>
          <a:off x="2843968" y="567456"/>
          <a:ext cx="2491075" cy="957014"/>
        </a:xfrm>
        <a:prstGeom prst="rect">
          <a:avLst/>
        </a:prstGeom>
        <a:solidFill>
          <a:schemeClr val="accent1">
            <a:hueOff val="0"/>
            <a:satOff val="0"/>
            <a:lumOff val="0"/>
            <a:alphaOff val="0"/>
          </a:schemeClr>
        </a:solidFill>
        <a:ln w="10795" cap="flat" cmpd="sng" algn="ctr">
          <a:solidFill>
            <a:schemeClr val="bg1"/>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a:t>Constraint Quality Assurance</a:t>
          </a:r>
        </a:p>
      </dsp:txBody>
      <dsp:txXfrm>
        <a:off x="2843968" y="567456"/>
        <a:ext cx="2491075" cy="957014"/>
      </dsp:txXfrm>
    </dsp:sp>
    <dsp:sp modelId="{7AF6824D-62DD-4578-8F73-A57A6B9CD58F}">
      <dsp:nvSpPr>
        <dsp:cNvPr id="0" name=""/>
        <dsp:cNvSpPr/>
      </dsp:nvSpPr>
      <dsp:spPr>
        <a:xfrm>
          <a:off x="2843968" y="1524470"/>
          <a:ext cx="2491075" cy="274500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Ensures clocks properly defined</a:t>
          </a:r>
        </a:p>
        <a:p>
          <a:pPr marL="228600" lvl="1" indent="-228600" algn="l" defTabSz="889000">
            <a:lnSpc>
              <a:spcPct val="90000"/>
            </a:lnSpc>
            <a:spcBef>
              <a:spcPct val="0"/>
            </a:spcBef>
            <a:spcAft>
              <a:spcPct val="15000"/>
            </a:spcAft>
            <a:buChar char="•"/>
          </a:pPr>
          <a:r>
            <a:rPr lang="en-US" sz="2000" kern="1200"/>
            <a:t>Verifies timing exceptions are valid</a:t>
          </a:r>
        </a:p>
        <a:p>
          <a:pPr marL="228600" lvl="1" indent="-228600" algn="l" defTabSz="889000">
            <a:lnSpc>
              <a:spcPct val="90000"/>
            </a:lnSpc>
            <a:spcBef>
              <a:spcPct val="0"/>
            </a:spcBef>
            <a:spcAft>
              <a:spcPct val="15000"/>
            </a:spcAft>
            <a:buChar char="•"/>
          </a:pPr>
          <a:r>
            <a:rPr lang="en-US" sz="2000" kern="1200"/>
            <a:t>Confirms generated clocks correctness</a:t>
          </a:r>
        </a:p>
      </dsp:txBody>
      <dsp:txXfrm>
        <a:off x="2843968" y="1524470"/>
        <a:ext cx="2491075" cy="2745000"/>
      </dsp:txXfrm>
    </dsp:sp>
    <dsp:sp modelId="{2ABC0EF3-7F75-4BA8-BEAB-51F24CC95C1F}">
      <dsp:nvSpPr>
        <dsp:cNvPr id="0" name=""/>
        <dsp:cNvSpPr/>
      </dsp:nvSpPr>
      <dsp:spPr>
        <a:xfrm>
          <a:off x="5683794" y="567456"/>
          <a:ext cx="2491075" cy="957014"/>
        </a:xfrm>
        <a:prstGeom prst="rect">
          <a:avLst/>
        </a:prstGeom>
        <a:solidFill>
          <a:schemeClr val="accent1">
            <a:hueOff val="0"/>
            <a:satOff val="0"/>
            <a:lumOff val="0"/>
            <a:alphaOff val="0"/>
          </a:schemeClr>
        </a:solidFill>
        <a:ln w="10795" cap="flat" cmpd="sng" algn="ctr">
          <a:solidFill>
            <a:schemeClr val="bg1"/>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a:t>Design Methodology Compliance</a:t>
          </a:r>
        </a:p>
      </dsp:txBody>
      <dsp:txXfrm>
        <a:off x="5683794" y="567456"/>
        <a:ext cx="2491075" cy="957014"/>
      </dsp:txXfrm>
    </dsp:sp>
    <dsp:sp modelId="{3473F474-AC5E-4D30-BB82-85CA077D5D27}">
      <dsp:nvSpPr>
        <dsp:cNvPr id="0" name=""/>
        <dsp:cNvSpPr/>
      </dsp:nvSpPr>
      <dsp:spPr>
        <a:xfrm>
          <a:off x="5683794" y="1524470"/>
          <a:ext cx="2491075" cy="274500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a:t>Enforces AMD's TCM standards</a:t>
          </a:r>
        </a:p>
        <a:p>
          <a:pPr marL="228600" lvl="1" indent="-228600" algn="l" defTabSz="889000">
            <a:lnSpc>
              <a:spcPct val="90000"/>
            </a:lnSpc>
            <a:spcBef>
              <a:spcPct val="0"/>
            </a:spcBef>
            <a:spcAft>
              <a:spcPct val="15000"/>
            </a:spcAft>
            <a:buChar char="•"/>
          </a:pPr>
          <a:r>
            <a:rPr lang="en-US" sz="2000" kern="1200"/>
            <a:t>Consistent practices across blocks</a:t>
          </a:r>
        </a:p>
        <a:p>
          <a:pPr marL="228600" lvl="1" indent="-228600" algn="l" defTabSz="889000">
            <a:lnSpc>
              <a:spcPct val="90000"/>
            </a:lnSpc>
            <a:spcBef>
              <a:spcPct val="0"/>
            </a:spcBef>
            <a:spcAft>
              <a:spcPct val="15000"/>
            </a:spcAft>
            <a:buChar char="•"/>
          </a:pPr>
          <a:r>
            <a:rPr lang="en-US" sz="2000" kern="1200"/>
            <a:t>Quality metrics tracking</a:t>
          </a:r>
        </a:p>
      </dsp:txBody>
      <dsp:txXfrm>
        <a:off x="5683794" y="1524470"/>
        <a:ext cx="2491075" cy="2745000"/>
      </dsp:txXfrm>
    </dsp:sp>
    <dsp:sp modelId="{9177179B-6FAA-4CEF-9570-4ECE07E562B9}">
      <dsp:nvSpPr>
        <dsp:cNvPr id="0" name=""/>
        <dsp:cNvSpPr/>
      </dsp:nvSpPr>
      <dsp:spPr>
        <a:xfrm>
          <a:off x="8523619" y="567456"/>
          <a:ext cx="2491075" cy="95701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a:t>Marker Cell Check</a:t>
          </a:r>
        </a:p>
      </dsp:txBody>
      <dsp:txXfrm>
        <a:off x="8523619" y="567456"/>
        <a:ext cx="2491075" cy="957014"/>
      </dsp:txXfrm>
    </dsp:sp>
    <dsp:sp modelId="{AFF40938-2770-4F9B-B96E-9347FDC7E210}">
      <dsp:nvSpPr>
        <dsp:cNvPr id="0" name=""/>
        <dsp:cNvSpPr/>
      </dsp:nvSpPr>
      <dsp:spPr>
        <a:xfrm>
          <a:off x="8523619" y="1524470"/>
          <a:ext cx="2491075" cy="2745000"/>
        </a:xfrm>
        <a:prstGeom prst="rect">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kern="1200"/>
            <a:t>Missing Marker c ells on FP and MCP exceptions</a:t>
          </a:r>
        </a:p>
        <a:p>
          <a:pPr marL="228600" lvl="1" indent="-228600" algn="l" defTabSz="889000">
            <a:lnSpc>
              <a:spcPct val="90000"/>
            </a:lnSpc>
            <a:spcBef>
              <a:spcPct val="0"/>
            </a:spcBef>
            <a:spcAft>
              <a:spcPct val="15000"/>
            </a:spcAft>
            <a:buFont typeface="Arial" panose="020B0604020202020204" pitchFamily="34" charset="0"/>
            <a:buChar char="•"/>
          </a:pPr>
          <a:r>
            <a:rPr lang="en-US" sz="2000" kern="1200"/>
            <a:t>Confirms generated clock derivations</a:t>
          </a:r>
        </a:p>
        <a:p>
          <a:pPr marL="228600" lvl="1" indent="-228600" algn="l" defTabSz="889000">
            <a:lnSpc>
              <a:spcPct val="90000"/>
            </a:lnSpc>
            <a:spcBef>
              <a:spcPct val="0"/>
            </a:spcBef>
            <a:spcAft>
              <a:spcPct val="15000"/>
            </a:spcAft>
            <a:buFont typeface="Arial" panose="020B0604020202020204" pitchFamily="34" charset="0"/>
            <a:buChar char="•"/>
          </a:pPr>
          <a:r>
            <a:rPr lang="en-US" sz="2000" kern="1200"/>
            <a:t>Wrong number of cycles on MCPs</a:t>
          </a:r>
        </a:p>
      </dsp:txBody>
      <dsp:txXfrm>
        <a:off x="8523619" y="1524470"/>
        <a:ext cx="2491075" cy="2745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2/17/2026 3:17 PM</a:t>
            </a:fld>
            <a:endParaRPr lang="en-US"/>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2/16/2026 12:52 PM</a:t>
            </a:fld>
            <a:endParaRPr lang="en-US"/>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Purpose: Introduce shift-left constraints using Rqual + TCM; outcomes: early issue detection, mapped SDCs, demotion methodology.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Agenda: motivation → flow → parameters → checks → inputs/outputs → demotion → artifacts.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and drop your photo here</a:t>
            </a:r>
            <a:br>
              <a:rPr lang="en-US"/>
            </a:br>
            <a:r>
              <a:rPr lang="en-US"/>
              <a:t>or click or tap icon below</a:t>
            </a:r>
            <a:br>
              <a:rPr lang="en-US"/>
            </a:br>
            <a:r>
              <a:rPr lang="en-US"/>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a:t>Drag &amp; drop a</a:t>
            </a:r>
            <a:br>
              <a:rPr lang="en-US"/>
            </a:br>
            <a:r>
              <a:rPr lang="en-US"/>
              <a:t>screenshot here</a:t>
            </a:r>
            <a:br>
              <a:rPr lang="en-US"/>
            </a:br>
            <a:r>
              <a:rPr lang="en-US"/>
              <a:t>or click or tap icon</a:t>
            </a:r>
            <a:br>
              <a:rPr lang="en-US"/>
            </a:br>
            <a:r>
              <a:rPr lang="en-US"/>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891F1E49-8967-12B8-9418-1CF440C487A5}"/>
              </a:ext>
            </a:extLst>
          </p:cNvPr>
          <p:cNvSpPr txBox="1"/>
          <p:nvPr userDrawn="1">
            <p:extLst>
              <p:ext uri="{1162E1C5-73C7-4A58-AE30-91384D911F3F}">
                <p184:classification xmlns:p184="http://schemas.microsoft.com/office/powerpoint/2018/4/main" val="hdr"/>
              </p:ext>
            </p:extLst>
          </p:nvPr>
        </p:nvSpPr>
        <p:spPr>
          <a:xfrm>
            <a:off x="63500" y="63500"/>
            <a:ext cx="2933700" cy="152400"/>
          </a:xfrm>
          <a:prstGeom prst="rect">
            <a:avLst/>
          </a:prstGeom>
        </p:spPr>
        <p:txBody>
          <a:bodyPr horzOverflow="overflow" lIns="0" tIns="0" rIns="0" bIns="0">
            <a:spAutoFit/>
          </a:bodyPr>
          <a:lstStyle/>
          <a:p>
            <a:pPr algn="l"/>
            <a:r>
              <a:rPr lang="en-US"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[AMD Official Use Only - AMD Internal Distribution Only]</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diagramLayout" Target="../diagrams/layout2.xml"/><Relationship Id="rId7" Type="http://schemas.openxmlformats.org/officeDocument/2006/relationships/package" Target="../embeddings/Microsoft_Visio_Drawing_F38CF91F.vsdx"/><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Layout" Target="../slideLayouts/slideLayout6.xml"/><Relationship Id="rId1" Type="http://schemas.openxmlformats.org/officeDocument/2006/relationships/themeOverride" Target="../theme/themeOverride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D4D9CA-F34A-7824-0DAE-1C328DB20EF9}"/>
              </a:ext>
            </a:extLst>
          </p:cNvPr>
          <p:cNvSpPr>
            <a:spLocks noGrp="1"/>
          </p:cNvSpPr>
          <p:nvPr>
            <p:ph type="title"/>
          </p:nvPr>
        </p:nvSpPr>
        <p:spPr>
          <a:xfrm>
            <a:off x="1026829" y="1395984"/>
            <a:ext cx="10643963" cy="1941576"/>
          </a:xfrm>
        </p:spPr>
        <p:txBody>
          <a:bodyPr/>
          <a:lstStyle/>
          <a:p>
            <a:r>
              <a:rPr lang="en-US"/>
              <a:t>New RTL TCM Flows: SDC Lint and Constraints Demotion using Rqual</a:t>
            </a:r>
          </a:p>
        </p:txBody>
      </p:sp>
    </p:spTree>
    <p:extLst>
      <p:ext uri="{BB962C8B-B14F-4D97-AF65-F5344CB8AC3E}">
        <p14:creationId xmlns:p14="http://schemas.microsoft.com/office/powerpoint/2010/main" val="189330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7D17A-31F6-0293-F192-F6D54317DD9F}"/>
              </a:ext>
            </a:extLst>
          </p:cNvPr>
          <p:cNvSpPr>
            <a:spLocks noGrp="1"/>
          </p:cNvSpPr>
          <p:nvPr>
            <p:ph type="title"/>
          </p:nvPr>
        </p:nvSpPr>
        <p:spPr>
          <a:xfrm>
            <a:off x="588263" y="591790"/>
            <a:ext cx="11018520" cy="430887"/>
          </a:xfrm>
        </p:spPr>
        <p:txBody>
          <a:bodyPr wrap="square" anchor="t">
            <a:normAutofit/>
          </a:bodyPr>
          <a:lstStyle/>
          <a:p>
            <a:r>
              <a:rPr lang="en-US"/>
              <a:t>AGENDA</a:t>
            </a:r>
          </a:p>
        </p:txBody>
      </p:sp>
      <p:graphicFrame>
        <p:nvGraphicFramePr>
          <p:cNvPr id="15" name="Text Placeholder 2">
            <a:extLst>
              <a:ext uri="{FF2B5EF4-FFF2-40B4-BE49-F238E27FC236}">
                <a16:creationId xmlns:a16="http://schemas.microsoft.com/office/drawing/2014/main" id="{4B34603E-46AB-8674-A0FF-4E0F67A400DE}"/>
              </a:ext>
            </a:extLst>
          </p:cNvPr>
          <p:cNvGraphicFramePr/>
          <p:nvPr>
            <p:extLst>
              <p:ext uri="{D42A27DB-BD31-4B8C-83A1-F6EECF244321}">
                <p14:modId xmlns:p14="http://schemas.microsoft.com/office/powerpoint/2010/main" val="3409960607"/>
              </p:ext>
            </p:extLst>
          </p:nvPr>
        </p:nvGraphicFramePr>
        <p:xfrm>
          <a:off x="584200" y="1432111"/>
          <a:ext cx="11018838" cy="4836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448239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608BFD-CB01-6D00-1CA9-F221BEAEE33A}"/>
              </a:ext>
            </a:extLst>
          </p:cNvPr>
          <p:cNvSpPr>
            <a:spLocks noGrp="1"/>
          </p:cNvSpPr>
          <p:nvPr>
            <p:ph type="title"/>
          </p:nvPr>
        </p:nvSpPr>
        <p:spPr>
          <a:xfrm>
            <a:off x="588263" y="591790"/>
            <a:ext cx="11018520" cy="430887"/>
          </a:xfrm>
        </p:spPr>
        <p:txBody>
          <a:bodyPr wrap="square" anchor="t">
            <a:noAutofit/>
          </a:bodyPr>
          <a:lstStyle/>
          <a:p>
            <a:r>
              <a:rPr lang="en-US" err="1"/>
              <a:t>Rqual</a:t>
            </a:r>
            <a:r>
              <a:rPr lang="en-US"/>
              <a:t> (RTL static verification)</a:t>
            </a:r>
            <a:br>
              <a:rPr lang="en-US"/>
            </a:br>
            <a:endParaRPr lang="en-US"/>
          </a:p>
        </p:txBody>
      </p:sp>
      <p:graphicFrame>
        <p:nvGraphicFramePr>
          <p:cNvPr id="8" name="Content Placeholder 5">
            <a:extLst>
              <a:ext uri="{FF2B5EF4-FFF2-40B4-BE49-F238E27FC236}">
                <a16:creationId xmlns:a16="http://schemas.microsoft.com/office/drawing/2014/main" id="{E165E3ED-6215-A5BF-B58A-CB4DC77FF518}"/>
              </a:ext>
            </a:extLst>
          </p:cNvPr>
          <p:cNvGraphicFramePr>
            <a:graphicFrameLocks noGrp="1"/>
          </p:cNvGraphicFramePr>
          <p:nvPr>
            <p:ph sz="quarter" idx="13"/>
            <p:extLst>
              <p:ext uri="{D42A27DB-BD31-4B8C-83A1-F6EECF244321}">
                <p14:modId xmlns:p14="http://schemas.microsoft.com/office/powerpoint/2010/main" val="1945107220"/>
              </p:ext>
            </p:extLst>
          </p:nvPr>
        </p:nvGraphicFramePr>
        <p:xfrm>
          <a:off x="6389688" y="1435100"/>
          <a:ext cx="5219700" cy="48311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3">
            <a:extLst>
              <a:ext uri="{FF2B5EF4-FFF2-40B4-BE49-F238E27FC236}">
                <a16:creationId xmlns:a16="http://schemas.microsoft.com/office/drawing/2014/main" id="{891FFFBE-C00B-62BB-79F2-2B7176F79CDB}"/>
              </a:ext>
            </a:extLst>
          </p:cNvPr>
          <p:cNvGraphicFramePr>
            <a:graphicFrameLocks noGrp="1" noChangeAspect="1"/>
          </p:cNvGraphicFramePr>
          <p:nvPr>
            <p:ph sz="quarter" idx="12"/>
            <p:extLst>
              <p:ext uri="{D42A27DB-BD31-4B8C-83A1-F6EECF244321}">
                <p14:modId xmlns:p14="http://schemas.microsoft.com/office/powerpoint/2010/main" val="2389578942"/>
              </p:ext>
            </p:extLst>
          </p:nvPr>
        </p:nvGraphicFramePr>
        <p:xfrm>
          <a:off x="582613" y="1363663"/>
          <a:ext cx="5211762" cy="4714875"/>
        </p:xfrm>
        <a:graphic>
          <a:graphicData uri="http://schemas.openxmlformats.org/presentationml/2006/ole">
            <mc:AlternateContent xmlns:mc="http://schemas.openxmlformats.org/markup-compatibility/2006">
              <mc:Choice xmlns:v="urn:schemas-microsoft-com:vml" Requires="v">
                <p:oleObj name="Visio" r:id="rId7" imgW="6781905" imgH="6134123" progId="Visio.Drawing.15">
                  <p:embed/>
                </p:oleObj>
              </mc:Choice>
              <mc:Fallback>
                <p:oleObj name="Visio" r:id="rId7" imgW="6781905" imgH="6134123" progId="Visio.Drawing.15">
                  <p:embed/>
                  <p:pic>
                    <p:nvPicPr>
                      <p:cNvPr id="3" name="Content Placeholder 3">
                        <a:extLst>
                          <a:ext uri="{FF2B5EF4-FFF2-40B4-BE49-F238E27FC236}">
                            <a16:creationId xmlns:a16="http://schemas.microsoft.com/office/drawing/2014/main" id="{891FFFBE-C00B-62BB-79F2-2B7176F79C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613" y="1363663"/>
                        <a:ext cx="5211762" cy="4714875"/>
                      </a:xfrm>
                      <a:prstGeom prst="rect">
                        <a:avLst/>
                      </a:prstGeom>
                      <a:solidFill>
                        <a:srgbClr val="FFFFFF"/>
                      </a:solidFill>
                      <a:ln w="9525">
                        <a:solidFill>
                          <a:srgbClr val="000000"/>
                        </a:solidFill>
                        <a:miter lim="800000"/>
                        <a:headEnd/>
                        <a:tailEnd/>
                      </a:ln>
                    </p:spPr>
                  </p:pic>
                </p:oleObj>
              </mc:Fallback>
            </mc:AlternateContent>
          </a:graphicData>
        </a:graphic>
      </p:graphicFrame>
    </p:spTree>
    <p:extLst>
      <p:ext uri="{BB962C8B-B14F-4D97-AF65-F5344CB8AC3E}">
        <p14:creationId xmlns:p14="http://schemas.microsoft.com/office/powerpoint/2010/main" val="404129385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CC0A8-3C46-ABB2-AC99-065833296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88282-01B4-87FD-6566-C5033B493DBE}"/>
              </a:ext>
            </a:extLst>
          </p:cNvPr>
          <p:cNvSpPr>
            <a:spLocks noGrp="1"/>
          </p:cNvSpPr>
          <p:nvPr>
            <p:ph type="title"/>
          </p:nvPr>
        </p:nvSpPr>
        <p:spPr>
          <a:xfrm>
            <a:off x="588263" y="591790"/>
            <a:ext cx="11018520" cy="430887"/>
          </a:xfrm>
        </p:spPr>
        <p:txBody>
          <a:bodyPr wrap="square" anchor="t">
            <a:normAutofit fontScale="90000"/>
          </a:bodyPr>
          <a:lstStyle/>
          <a:p>
            <a:r>
              <a:rPr lang="en-US" sz="3200"/>
              <a:t>Implementing a Shift-Left Strategy for Constraints Validation</a:t>
            </a:r>
          </a:p>
        </p:txBody>
      </p:sp>
      <p:graphicFrame>
        <p:nvGraphicFramePr>
          <p:cNvPr id="5" name="Text Placeholder 2">
            <a:extLst>
              <a:ext uri="{FF2B5EF4-FFF2-40B4-BE49-F238E27FC236}">
                <a16:creationId xmlns:a16="http://schemas.microsoft.com/office/drawing/2014/main" id="{F1523CCE-A99A-8DFF-176C-C4529F62E315}"/>
              </a:ext>
            </a:extLst>
          </p:cNvPr>
          <p:cNvGraphicFramePr/>
          <p:nvPr>
            <p:extLst>
              <p:ext uri="{D42A27DB-BD31-4B8C-83A1-F6EECF244321}">
                <p14:modId xmlns:p14="http://schemas.microsoft.com/office/powerpoint/2010/main" val="859384492"/>
              </p:ext>
            </p:extLst>
          </p:nvPr>
        </p:nvGraphicFramePr>
        <p:xfrm>
          <a:off x="588263" y="1382486"/>
          <a:ext cx="11021125" cy="48837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130085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9CF0E6-69B9-87D2-4D10-48509B59DBA0}"/>
              </a:ext>
            </a:extLst>
          </p:cNvPr>
          <p:cNvSpPr>
            <a:spLocks noGrp="1"/>
          </p:cNvSpPr>
          <p:nvPr>
            <p:ph type="title"/>
          </p:nvPr>
        </p:nvSpPr>
        <p:spPr>
          <a:xfrm>
            <a:off x="5350259" y="1621536"/>
            <a:ext cx="6244333" cy="1941576"/>
          </a:xfrm>
        </p:spPr>
        <p:txBody>
          <a:bodyPr wrap="square" anchor="ctr">
            <a:normAutofit/>
          </a:bodyPr>
          <a:lstStyle/>
          <a:p>
            <a:r>
              <a:rPr lang="en-US"/>
              <a:t>RTL TCM FLOWS</a:t>
            </a:r>
          </a:p>
        </p:txBody>
      </p:sp>
    </p:spTree>
    <p:extLst>
      <p:ext uri="{BB962C8B-B14F-4D97-AF65-F5344CB8AC3E}">
        <p14:creationId xmlns:p14="http://schemas.microsoft.com/office/powerpoint/2010/main" val="2996455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475F-CD7F-4F4D-4082-6FCDD78A316C}"/>
              </a:ext>
            </a:extLst>
          </p:cNvPr>
          <p:cNvSpPr>
            <a:spLocks noGrp="1"/>
          </p:cNvSpPr>
          <p:nvPr>
            <p:ph type="title"/>
          </p:nvPr>
        </p:nvSpPr>
        <p:spPr>
          <a:xfrm>
            <a:off x="388044" y="652970"/>
            <a:ext cx="11018520" cy="430887"/>
          </a:xfrm>
        </p:spPr>
        <p:txBody>
          <a:bodyPr wrap="square" anchor="t">
            <a:noAutofit/>
          </a:bodyPr>
          <a:lstStyle/>
          <a:p>
            <a:pPr>
              <a:lnSpc>
                <a:spcPct val="90000"/>
              </a:lnSpc>
            </a:pPr>
            <a:r>
              <a:rPr lang="en-US"/>
              <a:t>Why Do We Need It?</a:t>
            </a:r>
            <a:br>
              <a:rPr lang="en-US"/>
            </a:br>
            <a:endParaRPr lang="en-US"/>
          </a:p>
        </p:txBody>
      </p:sp>
      <p:graphicFrame>
        <p:nvGraphicFramePr>
          <p:cNvPr id="19" name="Text Placeholder 2">
            <a:extLst>
              <a:ext uri="{FF2B5EF4-FFF2-40B4-BE49-F238E27FC236}">
                <a16:creationId xmlns:a16="http://schemas.microsoft.com/office/drawing/2014/main" id="{BDF7D915-3705-CB20-B585-A267AB7996C8}"/>
              </a:ext>
            </a:extLst>
          </p:cNvPr>
          <p:cNvGraphicFramePr/>
          <p:nvPr>
            <p:extLst>
              <p:ext uri="{D42A27DB-BD31-4B8C-83A1-F6EECF244321}">
                <p14:modId xmlns:p14="http://schemas.microsoft.com/office/powerpoint/2010/main" val="1906172459"/>
              </p:ext>
            </p:extLst>
          </p:nvPr>
        </p:nvGraphicFramePr>
        <p:xfrm>
          <a:off x="474472" y="1368103"/>
          <a:ext cx="11018838" cy="4836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796776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4D91F-0450-192B-5F98-1A840E8AA9EA}"/>
            </a:ext>
          </a:extLst>
        </p:cNvPr>
        <p:cNvGrpSpPr/>
        <p:nvPr/>
      </p:nvGrpSpPr>
      <p:grpSpPr>
        <a:xfrm>
          <a:off x="0" y="0"/>
          <a:ext cx="0" cy="0"/>
          <a:chOff x="0" y="0"/>
          <a:chExt cx="0" cy="0"/>
        </a:xfrm>
      </p:grpSpPr>
      <p:sp>
        <p:nvSpPr>
          <p:cNvPr id="133" name="Rectangle 132">
            <a:extLst>
              <a:ext uri="{FF2B5EF4-FFF2-40B4-BE49-F238E27FC236}">
                <a16:creationId xmlns:a16="http://schemas.microsoft.com/office/drawing/2014/main" id="{3843D255-9D48-C16B-C418-BB7D099C07AF}"/>
              </a:ext>
            </a:extLst>
          </p:cNvPr>
          <p:cNvSpPr/>
          <p:nvPr/>
        </p:nvSpPr>
        <p:spPr bwMode="auto">
          <a:xfrm>
            <a:off x="4857712" y="1446244"/>
            <a:ext cx="3115296" cy="4626258"/>
          </a:xfrm>
          <a:prstGeom prst="rect">
            <a:avLst/>
          </a:prstGeom>
          <a:solidFill>
            <a:schemeClr val="tx1"/>
          </a:solidFill>
          <a:ln w="28575">
            <a:solidFill>
              <a:schemeClr val="accent5"/>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solidFill>
                <a:schemeClr val="bg1"/>
              </a:solidFill>
              <a:ea typeface="Segoe UI" pitchFamily="34" charset="0"/>
              <a:cs typeface="Segoe UI" pitchFamily="34" charset="0"/>
            </a:endParaRPr>
          </a:p>
        </p:txBody>
      </p:sp>
      <p:sp>
        <p:nvSpPr>
          <p:cNvPr id="71" name="Arrow: Right 70">
            <a:extLst>
              <a:ext uri="{FF2B5EF4-FFF2-40B4-BE49-F238E27FC236}">
                <a16:creationId xmlns:a16="http://schemas.microsoft.com/office/drawing/2014/main" id="{1A14F21A-EFFF-858D-E21C-01C0968575B5}"/>
              </a:ext>
            </a:extLst>
          </p:cNvPr>
          <p:cNvSpPr/>
          <p:nvPr/>
        </p:nvSpPr>
        <p:spPr bwMode="auto">
          <a:xfrm>
            <a:off x="2735738" y="4030028"/>
            <a:ext cx="308266" cy="77998"/>
          </a:xfrm>
          <a:prstGeom prst="rightArrow">
            <a:avLst/>
          </a:prstGeom>
          <a:solidFill>
            <a:schemeClr val="accent6"/>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70" name="Arrow: Right 69">
            <a:extLst>
              <a:ext uri="{FF2B5EF4-FFF2-40B4-BE49-F238E27FC236}">
                <a16:creationId xmlns:a16="http://schemas.microsoft.com/office/drawing/2014/main" id="{87D4C8EE-2090-4FDD-3D12-1B48ED30F6ED}"/>
              </a:ext>
            </a:extLst>
          </p:cNvPr>
          <p:cNvSpPr/>
          <p:nvPr/>
        </p:nvSpPr>
        <p:spPr bwMode="auto">
          <a:xfrm>
            <a:off x="2458198" y="3257966"/>
            <a:ext cx="308266" cy="128585"/>
          </a:xfrm>
          <a:prstGeom prst="rightArrow">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cxnSp>
        <p:nvCxnSpPr>
          <p:cNvPr id="68" name="Straight Arrow Connector 67">
            <a:extLst>
              <a:ext uri="{FF2B5EF4-FFF2-40B4-BE49-F238E27FC236}">
                <a16:creationId xmlns:a16="http://schemas.microsoft.com/office/drawing/2014/main" id="{4F99D2D2-BBF8-1982-38F0-52D20353D018}"/>
              </a:ext>
            </a:extLst>
          </p:cNvPr>
          <p:cNvCxnSpPr>
            <a:cxnSpLocks/>
          </p:cNvCxnSpPr>
          <p:nvPr/>
        </p:nvCxnSpPr>
        <p:spPr>
          <a:xfrm>
            <a:off x="2098163" y="4349806"/>
            <a:ext cx="0" cy="296895"/>
          </a:xfrm>
          <a:prstGeom prst="straightConnector1">
            <a:avLst/>
          </a:prstGeom>
          <a:ln w="38100">
            <a:headEnd type="none" w="lg" len="med"/>
            <a:tailEnd type="triangle"/>
          </a:ln>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23FAB9A4-4A4F-3B76-1336-2AABE3ABE808}"/>
              </a:ext>
            </a:extLst>
          </p:cNvPr>
          <p:cNvSpPr>
            <a:spLocks noGrp="1"/>
          </p:cNvSpPr>
          <p:nvPr>
            <p:ph type="title"/>
          </p:nvPr>
        </p:nvSpPr>
        <p:spPr>
          <a:xfrm>
            <a:off x="586740" y="362110"/>
            <a:ext cx="11018520" cy="430887"/>
          </a:xfrm>
        </p:spPr>
        <p:txBody>
          <a:bodyPr/>
          <a:lstStyle/>
          <a:p>
            <a:r>
              <a:rPr lang="en-US">
                <a:ea typeface="Calibri" panose="020F0502020204030204" pitchFamily="34" charset="0"/>
                <a:cs typeface="Calibri" panose="020F0502020204030204" pitchFamily="34" charset="0"/>
              </a:rPr>
              <a:t>RTL TCM FLOWS</a:t>
            </a:r>
          </a:p>
        </p:txBody>
      </p:sp>
      <p:sp>
        <p:nvSpPr>
          <p:cNvPr id="23" name="Flowchart: Multidocument 22">
            <a:extLst>
              <a:ext uri="{FF2B5EF4-FFF2-40B4-BE49-F238E27FC236}">
                <a16:creationId xmlns:a16="http://schemas.microsoft.com/office/drawing/2014/main" id="{AFFCA972-7B1C-7661-83EB-F3D1ED00FBAB}"/>
              </a:ext>
            </a:extLst>
          </p:cNvPr>
          <p:cNvSpPr/>
          <p:nvPr/>
        </p:nvSpPr>
        <p:spPr bwMode="auto">
          <a:xfrm>
            <a:off x="160323" y="2060133"/>
            <a:ext cx="2129553" cy="700829"/>
          </a:xfrm>
          <a:prstGeom prst="flowChartMultidocument">
            <a:avLst/>
          </a:prstGeom>
          <a:solidFill>
            <a:schemeClr val="accent4"/>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IP Clock XML/SDC/Tunable SDCs/</a:t>
            </a:r>
            <a:r>
              <a:rPr lang="en-US" sz="1000" err="1">
                <a:solidFill>
                  <a:schemeClr val="bg1"/>
                </a:solidFill>
                <a:latin typeface="Calibri" panose="020F0502020204030204" pitchFamily="34" charset="0"/>
                <a:ea typeface="Calibri" panose="020F0502020204030204" pitchFamily="34" charset="0"/>
                <a:cs typeface="Calibri" panose="020F0502020204030204" pitchFamily="34" charset="0"/>
              </a:rPr>
              <a:t>Tcl</a:t>
            </a: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Flowchart: Document 23">
            <a:extLst>
              <a:ext uri="{FF2B5EF4-FFF2-40B4-BE49-F238E27FC236}">
                <a16:creationId xmlns:a16="http://schemas.microsoft.com/office/drawing/2014/main" id="{7007C974-ECE0-6638-F52B-7F570085FD29}"/>
              </a:ext>
            </a:extLst>
          </p:cNvPr>
          <p:cNvSpPr/>
          <p:nvPr/>
        </p:nvSpPr>
        <p:spPr bwMode="auto">
          <a:xfrm>
            <a:off x="96080" y="3084841"/>
            <a:ext cx="950869" cy="508920"/>
          </a:xfrm>
          <a:prstGeom prst="flowChartDocument">
            <a:avLst/>
          </a:prstGeom>
          <a:solidFill>
            <a:schemeClr val="accent6">
              <a:lumMod val="20000"/>
              <a:lumOff val="80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00">
                <a:solidFill>
                  <a:schemeClr val="bg1"/>
                </a:solidFill>
                <a:ea typeface="Segoe UI" pitchFamily="34" charset="0"/>
                <a:cs typeface="Segoe UI" pitchFamily="34" charset="0"/>
              </a:rPr>
              <a:t>IP File-list (RTL)</a:t>
            </a:r>
          </a:p>
        </p:txBody>
      </p:sp>
      <p:sp>
        <p:nvSpPr>
          <p:cNvPr id="25" name="Rectangle 24">
            <a:extLst>
              <a:ext uri="{FF2B5EF4-FFF2-40B4-BE49-F238E27FC236}">
                <a16:creationId xmlns:a16="http://schemas.microsoft.com/office/drawing/2014/main" id="{D6ABF3D1-A25A-A20D-A44B-99A80E90378C}"/>
              </a:ext>
            </a:extLst>
          </p:cNvPr>
          <p:cNvSpPr/>
          <p:nvPr/>
        </p:nvSpPr>
        <p:spPr bwMode="auto">
          <a:xfrm>
            <a:off x="1239052" y="3140308"/>
            <a:ext cx="1253332" cy="424631"/>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050" b="1">
                <a:solidFill>
                  <a:schemeClr val="tx1"/>
                </a:solidFill>
                <a:latin typeface="Calibri" panose="020F0502020204030204" pitchFamily="34" charset="0"/>
                <a:ea typeface="Calibri" panose="020F0502020204030204" pitchFamily="34" charset="0"/>
                <a:cs typeface="Calibri" panose="020F0502020204030204" pitchFamily="34" charset="0"/>
              </a:rPr>
              <a:t>TCM Lint Check</a:t>
            </a:r>
          </a:p>
        </p:txBody>
      </p:sp>
      <p:sp>
        <p:nvSpPr>
          <p:cNvPr id="26" name="Rectangle 25">
            <a:extLst>
              <a:ext uri="{FF2B5EF4-FFF2-40B4-BE49-F238E27FC236}">
                <a16:creationId xmlns:a16="http://schemas.microsoft.com/office/drawing/2014/main" id="{1D652D75-2EA9-9156-4779-1BED0BEB7EFA}"/>
              </a:ext>
            </a:extLst>
          </p:cNvPr>
          <p:cNvSpPr/>
          <p:nvPr/>
        </p:nvSpPr>
        <p:spPr bwMode="auto">
          <a:xfrm>
            <a:off x="1385281" y="3822237"/>
            <a:ext cx="1400575" cy="585188"/>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Constraints Demotion</a:t>
            </a:r>
          </a:p>
        </p:txBody>
      </p:sp>
      <p:sp>
        <p:nvSpPr>
          <p:cNvPr id="27" name="Rectangle 26">
            <a:extLst>
              <a:ext uri="{FF2B5EF4-FFF2-40B4-BE49-F238E27FC236}">
                <a16:creationId xmlns:a16="http://schemas.microsoft.com/office/drawing/2014/main" id="{7D1FA229-564E-7C23-B3F4-7BFEB94B674B}"/>
              </a:ext>
            </a:extLst>
          </p:cNvPr>
          <p:cNvSpPr/>
          <p:nvPr/>
        </p:nvSpPr>
        <p:spPr bwMode="auto">
          <a:xfrm>
            <a:off x="1416509" y="4646701"/>
            <a:ext cx="1369347" cy="544841"/>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100" b="1">
                <a:gradFill>
                  <a:gsLst>
                    <a:gs pos="0">
                      <a:srgbClr val="FFFFFF"/>
                    </a:gs>
                    <a:gs pos="100000">
                      <a:srgbClr val="FFFFFF"/>
                    </a:gs>
                  </a:gsLst>
                  <a:lin ang="5400000" scaled="0"/>
                </a:gradFill>
                <a:latin typeface="Calibri" panose="020F0502020204030204" pitchFamily="34" charset="0"/>
                <a:ea typeface="Calibri" panose="020F0502020204030204" pitchFamily="34" charset="0"/>
                <a:cs typeface="Calibri" panose="020F0502020204030204" pitchFamily="34" charset="0"/>
              </a:rPr>
              <a:t>TCM Equivalence check</a:t>
            </a:r>
          </a:p>
        </p:txBody>
      </p:sp>
      <p:sp>
        <p:nvSpPr>
          <p:cNvPr id="28" name="Flowchart: Multidocument 27">
            <a:extLst>
              <a:ext uri="{FF2B5EF4-FFF2-40B4-BE49-F238E27FC236}">
                <a16:creationId xmlns:a16="http://schemas.microsoft.com/office/drawing/2014/main" id="{CA8806B4-8D9E-2D32-50FC-FA381685790B}"/>
              </a:ext>
            </a:extLst>
          </p:cNvPr>
          <p:cNvSpPr/>
          <p:nvPr/>
        </p:nvSpPr>
        <p:spPr bwMode="auto">
          <a:xfrm>
            <a:off x="2749050" y="3048554"/>
            <a:ext cx="1621331" cy="639282"/>
          </a:xfrm>
          <a:prstGeom prst="flowChartMultidocument">
            <a:avLst/>
          </a:prstGeom>
          <a:solidFill>
            <a:srgbClr val="DBEBB0"/>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html/reports</a:t>
            </a:r>
          </a:p>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-logs/mapped </a:t>
            </a:r>
            <a:r>
              <a:rPr lang="en-US" sz="1000" err="1">
                <a:solidFill>
                  <a:schemeClr val="bg1"/>
                </a:solidFill>
                <a:latin typeface="Calibri" panose="020F0502020204030204" pitchFamily="34" charset="0"/>
                <a:ea typeface="Calibri" panose="020F0502020204030204" pitchFamily="34" charset="0"/>
                <a:cs typeface="Calibri" panose="020F0502020204030204" pitchFamily="34" charset="0"/>
              </a:rPr>
              <a:t>sdc</a:t>
            </a: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l" defTabSz="932472" fontAlgn="base">
              <a:spcBef>
                <a:spcPct val="0"/>
              </a:spcBef>
              <a:spcAft>
                <a:spcPct val="0"/>
              </a:spcAft>
            </a:pP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Flowchart: Multidocument 28">
            <a:extLst>
              <a:ext uri="{FF2B5EF4-FFF2-40B4-BE49-F238E27FC236}">
                <a16:creationId xmlns:a16="http://schemas.microsoft.com/office/drawing/2014/main" id="{99D5156C-5597-885E-C126-6DE8A3F74153}"/>
              </a:ext>
            </a:extLst>
          </p:cNvPr>
          <p:cNvSpPr/>
          <p:nvPr/>
        </p:nvSpPr>
        <p:spPr bwMode="auto">
          <a:xfrm>
            <a:off x="3046529" y="3815839"/>
            <a:ext cx="1492052" cy="639282"/>
          </a:xfrm>
          <a:prstGeom prst="flowChartMultidocument">
            <a:avLst/>
          </a:prstGeom>
          <a:solidFill>
            <a:srgbClr val="DBEBB0"/>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Demoted Block Constraints</a:t>
            </a:r>
          </a:p>
          <a:p>
            <a:pPr algn="l" defTabSz="932472" fontAlgn="base">
              <a:spcBef>
                <a:spcPct val="0"/>
              </a:spcBef>
              <a:spcAft>
                <a:spcPct val="0"/>
              </a:spcAft>
            </a:pP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33" name="Connector: Elbow 32">
            <a:extLst>
              <a:ext uri="{FF2B5EF4-FFF2-40B4-BE49-F238E27FC236}">
                <a16:creationId xmlns:a16="http://schemas.microsoft.com/office/drawing/2014/main" id="{73331B89-4CC8-CB88-0A38-996294A07FB9}"/>
              </a:ext>
            </a:extLst>
          </p:cNvPr>
          <p:cNvCxnSpPr>
            <a:cxnSpLocks/>
          </p:cNvCxnSpPr>
          <p:nvPr/>
        </p:nvCxnSpPr>
        <p:spPr>
          <a:xfrm rot="16200000" flipH="1">
            <a:off x="548181" y="3263687"/>
            <a:ext cx="1380410" cy="308264"/>
          </a:xfrm>
          <a:prstGeom prst="bentConnector2">
            <a:avLst/>
          </a:prstGeom>
          <a:ln w="28575">
            <a:headEnd type="none" w="lg" len="med"/>
            <a:tailEnd type="triangle"/>
          </a:ln>
        </p:spPr>
        <p:style>
          <a:lnRef idx="1">
            <a:schemeClr val="accent4"/>
          </a:lnRef>
          <a:fillRef idx="0">
            <a:schemeClr val="accent4"/>
          </a:fillRef>
          <a:effectRef idx="0">
            <a:schemeClr val="accent4"/>
          </a:effectRef>
          <a:fontRef idx="minor">
            <a:schemeClr val="tx1"/>
          </a:fontRef>
        </p:style>
      </p:cxnSp>
      <p:cxnSp>
        <p:nvCxnSpPr>
          <p:cNvPr id="39" name="Connector: Elbow 38">
            <a:extLst>
              <a:ext uri="{FF2B5EF4-FFF2-40B4-BE49-F238E27FC236}">
                <a16:creationId xmlns:a16="http://schemas.microsoft.com/office/drawing/2014/main" id="{ADD1430F-55DE-31F6-A2B1-64282E94B79C}"/>
              </a:ext>
            </a:extLst>
          </p:cNvPr>
          <p:cNvCxnSpPr>
            <a:cxnSpLocks/>
          </p:cNvCxnSpPr>
          <p:nvPr/>
        </p:nvCxnSpPr>
        <p:spPr>
          <a:xfrm rot="16200000" flipH="1">
            <a:off x="786003" y="3388727"/>
            <a:ext cx="380212" cy="780778"/>
          </a:xfrm>
          <a:prstGeom prst="bentConnector2">
            <a:avLst/>
          </a:prstGeom>
          <a:ln w="19050">
            <a:solidFill>
              <a:srgbClr val="D8FEFF"/>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464772E-9CA6-7747-30CF-12B8194E5342}"/>
              </a:ext>
            </a:extLst>
          </p:cNvPr>
          <p:cNvCxnSpPr/>
          <p:nvPr/>
        </p:nvCxnSpPr>
        <p:spPr>
          <a:xfrm>
            <a:off x="1708019" y="2662397"/>
            <a:ext cx="0" cy="476157"/>
          </a:xfrm>
          <a:prstGeom prst="straightConnector1">
            <a:avLst/>
          </a:prstGeom>
          <a:ln w="28575">
            <a:headEnd type="none" w="lg" len="med"/>
            <a:tailEnd type="triangle"/>
          </a:ln>
        </p:spPr>
        <p:style>
          <a:lnRef idx="1">
            <a:schemeClr val="accent4"/>
          </a:lnRef>
          <a:fillRef idx="0">
            <a:schemeClr val="accent4"/>
          </a:fillRef>
          <a:effectRef idx="0">
            <a:schemeClr val="accent4"/>
          </a:effectRef>
          <a:fontRef idx="minor">
            <a:schemeClr val="tx1"/>
          </a:fontRef>
        </p:style>
      </p:cxnSp>
      <p:sp>
        <p:nvSpPr>
          <p:cNvPr id="74" name="Flowchart: Document 73">
            <a:extLst>
              <a:ext uri="{FF2B5EF4-FFF2-40B4-BE49-F238E27FC236}">
                <a16:creationId xmlns:a16="http://schemas.microsoft.com/office/drawing/2014/main" id="{AFCDC9B2-39B6-1305-11CA-CAEC803EC0D6}"/>
              </a:ext>
            </a:extLst>
          </p:cNvPr>
          <p:cNvSpPr/>
          <p:nvPr/>
        </p:nvSpPr>
        <p:spPr bwMode="auto">
          <a:xfrm>
            <a:off x="5837211" y="2619643"/>
            <a:ext cx="1536428" cy="396683"/>
          </a:xfrm>
          <a:prstGeom prst="flowChartDocument">
            <a:avLst/>
          </a:prstGeom>
          <a:solidFill>
            <a:schemeClr val="accent6">
              <a:lumMod val="20000"/>
              <a:lumOff val="80000"/>
            </a:schemeClr>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50">
                <a:solidFill>
                  <a:schemeClr val="bg1"/>
                </a:solidFill>
                <a:ea typeface="Segoe UI" pitchFamily="34" charset="0"/>
                <a:cs typeface="Segoe UI" pitchFamily="34" charset="0"/>
              </a:rPr>
              <a:t>Tile file-list (RTL)</a:t>
            </a:r>
          </a:p>
        </p:txBody>
      </p:sp>
      <p:sp>
        <p:nvSpPr>
          <p:cNvPr id="76" name="Rectangle 75">
            <a:extLst>
              <a:ext uri="{FF2B5EF4-FFF2-40B4-BE49-F238E27FC236}">
                <a16:creationId xmlns:a16="http://schemas.microsoft.com/office/drawing/2014/main" id="{8C9F75F2-C721-F30C-6043-8F7124C4B993}"/>
              </a:ext>
            </a:extLst>
          </p:cNvPr>
          <p:cNvSpPr/>
          <p:nvPr/>
        </p:nvSpPr>
        <p:spPr bwMode="auto">
          <a:xfrm>
            <a:off x="6239967" y="3564939"/>
            <a:ext cx="1293728" cy="691200"/>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Constraints Promotion </a:t>
            </a:r>
          </a:p>
        </p:txBody>
      </p:sp>
      <p:sp>
        <p:nvSpPr>
          <p:cNvPr id="118" name="Flowchart: Multidocument 117">
            <a:extLst>
              <a:ext uri="{FF2B5EF4-FFF2-40B4-BE49-F238E27FC236}">
                <a16:creationId xmlns:a16="http://schemas.microsoft.com/office/drawing/2014/main" id="{6DAA3F35-F7AF-B7AB-AD9F-8668826778FC}"/>
              </a:ext>
            </a:extLst>
          </p:cNvPr>
          <p:cNvSpPr/>
          <p:nvPr/>
        </p:nvSpPr>
        <p:spPr bwMode="auto">
          <a:xfrm>
            <a:off x="9004549" y="3782785"/>
            <a:ext cx="1607725" cy="639282"/>
          </a:xfrm>
          <a:prstGeom prst="flowChartMultidocument">
            <a:avLst/>
          </a:prstGeom>
          <a:solidFill>
            <a:srgbClr val="DBEBB0"/>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Promoted SOC Constraints</a:t>
            </a:r>
          </a:p>
          <a:p>
            <a:pPr algn="l" defTabSz="932472" fontAlgn="base">
              <a:spcBef>
                <a:spcPct val="0"/>
              </a:spcBef>
              <a:spcAft>
                <a:spcPct val="0"/>
              </a:spcAft>
            </a:pP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46" name="Flowchart: Document 145">
            <a:extLst>
              <a:ext uri="{FF2B5EF4-FFF2-40B4-BE49-F238E27FC236}">
                <a16:creationId xmlns:a16="http://schemas.microsoft.com/office/drawing/2014/main" id="{9D366EC4-4B29-3500-C624-36D43C2BCB25}"/>
              </a:ext>
            </a:extLst>
          </p:cNvPr>
          <p:cNvSpPr/>
          <p:nvPr/>
        </p:nvSpPr>
        <p:spPr bwMode="auto">
          <a:xfrm>
            <a:off x="8927302" y="1923447"/>
            <a:ext cx="1177752" cy="506102"/>
          </a:xfrm>
          <a:prstGeom prst="flowChartDocument">
            <a:avLst/>
          </a:prstGeom>
          <a:solidFill>
            <a:schemeClr val="accent6">
              <a:lumMod val="20000"/>
              <a:lumOff val="80000"/>
            </a:schemeClr>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50">
                <a:solidFill>
                  <a:schemeClr val="bg1"/>
                </a:solidFill>
                <a:ea typeface="Segoe UI" pitchFamily="34" charset="0"/>
                <a:cs typeface="Segoe UI" pitchFamily="34" charset="0"/>
              </a:rPr>
              <a:t>SOC File List (RTL)</a:t>
            </a:r>
          </a:p>
        </p:txBody>
      </p:sp>
      <p:sp>
        <p:nvSpPr>
          <p:cNvPr id="150" name="Rectangle 149">
            <a:extLst>
              <a:ext uri="{FF2B5EF4-FFF2-40B4-BE49-F238E27FC236}">
                <a16:creationId xmlns:a16="http://schemas.microsoft.com/office/drawing/2014/main" id="{CDD789E8-13B6-F38F-B9ED-430397682B7C}"/>
              </a:ext>
            </a:extLst>
          </p:cNvPr>
          <p:cNvSpPr/>
          <p:nvPr/>
        </p:nvSpPr>
        <p:spPr bwMode="auto">
          <a:xfrm>
            <a:off x="9016863" y="2715418"/>
            <a:ext cx="1293728" cy="691200"/>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Constraints Promotion </a:t>
            </a:r>
          </a:p>
        </p:txBody>
      </p:sp>
      <p:cxnSp>
        <p:nvCxnSpPr>
          <p:cNvPr id="176" name="Connector: Elbow 175">
            <a:extLst>
              <a:ext uri="{FF2B5EF4-FFF2-40B4-BE49-F238E27FC236}">
                <a16:creationId xmlns:a16="http://schemas.microsoft.com/office/drawing/2014/main" id="{EAEE5F5A-0CB4-7866-AF2B-79350BA4B129}"/>
              </a:ext>
            </a:extLst>
          </p:cNvPr>
          <p:cNvCxnSpPr>
            <a:cxnSpLocks/>
            <a:stCxn id="178" idx="3"/>
            <a:endCxn id="150" idx="1"/>
          </p:cNvCxnSpPr>
          <p:nvPr/>
        </p:nvCxnSpPr>
        <p:spPr>
          <a:xfrm flipV="1">
            <a:off x="7622294" y="3061018"/>
            <a:ext cx="1394569" cy="1722166"/>
          </a:xfrm>
          <a:prstGeom prst="bentConnector3">
            <a:avLst>
              <a:gd name="adj1" fmla="val 50000"/>
            </a:avLst>
          </a:prstGeom>
          <a:ln w="38100">
            <a:solidFill>
              <a:schemeClr val="accent6"/>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78" name="Flowchart: Multidocument 177">
            <a:extLst>
              <a:ext uri="{FF2B5EF4-FFF2-40B4-BE49-F238E27FC236}">
                <a16:creationId xmlns:a16="http://schemas.microsoft.com/office/drawing/2014/main" id="{42FD376B-60FA-EAA5-B3AC-72ADC4FE7432}"/>
              </a:ext>
            </a:extLst>
          </p:cNvPr>
          <p:cNvSpPr/>
          <p:nvPr/>
        </p:nvSpPr>
        <p:spPr bwMode="auto">
          <a:xfrm>
            <a:off x="6288542" y="4471253"/>
            <a:ext cx="1333752" cy="623862"/>
          </a:xfrm>
          <a:prstGeom prst="flowChartMultidocument">
            <a:avLst/>
          </a:prstGeom>
          <a:solidFill>
            <a:srgbClr val="DBEBB0"/>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Tile Promoted Constraints</a:t>
            </a:r>
          </a:p>
        </p:txBody>
      </p:sp>
      <p:cxnSp>
        <p:nvCxnSpPr>
          <p:cNvPr id="179" name="Straight Arrow Connector 178">
            <a:extLst>
              <a:ext uri="{FF2B5EF4-FFF2-40B4-BE49-F238E27FC236}">
                <a16:creationId xmlns:a16="http://schemas.microsoft.com/office/drawing/2014/main" id="{496D4B65-C237-7732-C5F1-39971F30A260}"/>
              </a:ext>
            </a:extLst>
          </p:cNvPr>
          <p:cNvCxnSpPr>
            <a:cxnSpLocks/>
          </p:cNvCxnSpPr>
          <p:nvPr/>
        </p:nvCxnSpPr>
        <p:spPr>
          <a:xfrm>
            <a:off x="6645940" y="4264920"/>
            <a:ext cx="0" cy="206333"/>
          </a:xfrm>
          <a:prstGeom prst="straightConnector1">
            <a:avLst/>
          </a:prstGeom>
          <a:ln w="38100">
            <a:solidFill>
              <a:schemeClr val="accent6"/>
            </a:solidFill>
            <a:headEnd type="none" w="lg" len="med"/>
            <a:tailEnd type="triangle"/>
          </a:ln>
        </p:spPr>
        <p:style>
          <a:lnRef idx="1">
            <a:schemeClr val="accent2"/>
          </a:lnRef>
          <a:fillRef idx="0">
            <a:schemeClr val="accent2"/>
          </a:fillRef>
          <a:effectRef idx="0">
            <a:schemeClr val="accent2"/>
          </a:effectRef>
          <a:fontRef idx="minor">
            <a:schemeClr val="tx1"/>
          </a:fontRef>
        </p:style>
      </p:cxnSp>
      <p:cxnSp>
        <p:nvCxnSpPr>
          <p:cNvPr id="189" name="Straight Arrow Connector 188">
            <a:extLst>
              <a:ext uri="{FF2B5EF4-FFF2-40B4-BE49-F238E27FC236}">
                <a16:creationId xmlns:a16="http://schemas.microsoft.com/office/drawing/2014/main" id="{FC86D7CB-FFB6-4031-7E4E-BFD8F0AAA379}"/>
              </a:ext>
            </a:extLst>
          </p:cNvPr>
          <p:cNvCxnSpPr>
            <a:cxnSpLocks/>
            <a:endCxn id="25" idx="1"/>
          </p:cNvCxnSpPr>
          <p:nvPr/>
        </p:nvCxnSpPr>
        <p:spPr>
          <a:xfrm flipV="1">
            <a:off x="1061154" y="3352624"/>
            <a:ext cx="177898" cy="15571"/>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7C554D38-8929-8685-0235-1389DF49FD18}"/>
              </a:ext>
            </a:extLst>
          </p:cNvPr>
          <p:cNvCxnSpPr>
            <a:cxnSpLocks/>
            <a:endCxn id="76" idx="1"/>
          </p:cNvCxnSpPr>
          <p:nvPr/>
        </p:nvCxnSpPr>
        <p:spPr>
          <a:xfrm flipV="1">
            <a:off x="4569707" y="3910539"/>
            <a:ext cx="1670260" cy="197486"/>
          </a:xfrm>
          <a:prstGeom prst="bentConnector3">
            <a:avLst>
              <a:gd name="adj1" fmla="val 50000"/>
            </a:avLst>
          </a:prstGeom>
          <a:ln w="38100">
            <a:solidFill>
              <a:schemeClr val="accent6"/>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11" name="Rectangle 210">
            <a:extLst>
              <a:ext uri="{FF2B5EF4-FFF2-40B4-BE49-F238E27FC236}">
                <a16:creationId xmlns:a16="http://schemas.microsoft.com/office/drawing/2014/main" id="{172C6FFD-58DD-C691-CC93-D3F7424900BC}"/>
              </a:ext>
            </a:extLst>
          </p:cNvPr>
          <p:cNvSpPr/>
          <p:nvPr/>
        </p:nvSpPr>
        <p:spPr bwMode="auto">
          <a:xfrm>
            <a:off x="8414442" y="1411771"/>
            <a:ext cx="3115296" cy="4660731"/>
          </a:xfrm>
          <a:prstGeom prst="rect">
            <a:avLst/>
          </a:prstGeom>
          <a:noFill/>
          <a:ln w="28575">
            <a:solidFill>
              <a:srgbClr val="00B05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212" name="Rectangle 211">
            <a:extLst>
              <a:ext uri="{FF2B5EF4-FFF2-40B4-BE49-F238E27FC236}">
                <a16:creationId xmlns:a16="http://schemas.microsoft.com/office/drawing/2014/main" id="{0EE17DCA-E293-EC05-AAE1-0DDDE5D5DFD7}"/>
              </a:ext>
            </a:extLst>
          </p:cNvPr>
          <p:cNvSpPr/>
          <p:nvPr/>
        </p:nvSpPr>
        <p:spPr bwMode="auto">
          <a:xfrm>
            <a:off x="103050" y="1446245"/>
            <a:ext cx="4456915" cy="4626257"/>
          </a:xfrm>
          <a:prstGeom prst="rect">
            <a:avLst/>
          </a:prstGeom>
          <a:noFill/>
          <a:ln w="28575">
            <a:solidFill>
              <a:srgbClr val="00B05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213" name="TextBox 212">
            <a:extLst>
              <a:ext uri="{FF2B5EF4-FFF2-40B4-BE49-F238E27FC236}">
                <a16:creationId xmlns:a16="http://schemas.microsoft.com/office/drawing/2014/main" id="{20537EE0-ECDD-7106-7F20-23EF98AD7D9F}"/>
              </a:ext>
            </a:extLst>
          </p:cNvPr>
          <p:cNvSpPr txBox="1"/>
          <p:nvPr/>
        </p:nvSpPr>
        <p:spPr>
          <a:xfrm>
            <a:off x="1336928" y="1727742"/>
            <a:ext cx="2585644" cy="215444"/>
          </a:xfrm>
          <a:prstGeom prst="rect">
            <a:avLst/>
          </a:prstGeom>
          <a:noFill/>
        </p:spPr>
        <p:txBody>
          <a:bodyPr wrap="none" lIns="0" tIns="0" rIns="0" bIns="0" rtlCol="0">
            <a:spAutoFit/>
          </a:bodyPr>
          <a:lstStyle/>
          <a:p>
            <a:pPr algn="l">
              <a:buClr>
                <a:schemeClr val="accent1"/>
              </a:buClr>
              <a:buSzPct val="60000"/>
            </a:pPr>
            <a:r>
              <a:rPr lang="en-US" sz="1400" b="1"/>
              <a:t>IP-Block TCM Lint &amp; Demotion</a:t>
            </a:r>
          </a:p>
        </p:txBody>
      </p:sp>
      <p:sp>
        <p:nvSpPr>
          <p:cNvPr id="214" name="TextBox 213">
            <a:extLst>
              <a:ext uri="{FF2B5EF4-FFF2-40B4-BE49-F238E27FC236}">
                <a16:creationId xmlns:a16="http://schemas.microsoft.com/office/drawing/2014/main" id="{5AC8FB0D-5C9C-5012-7DEC-F107A76FE628}"/>
              </a:ext>
            </a:extLst>
          </p:cNvPr>
          <p:cNvSpPr txBox="1"/>
          <p:nvPr/>
        </p:nvSpPr>
        <p:spPr>
          <a:xfrm>
            <a:off x="4970027" y="1729749"/>
            <a:ext cx="2967607" cy="184666"/>
          </a:xfrm>
          <a:prstGeom prst="rect">
            <a:avLst/>
          </a:prstGeom>
          <a:noFill/>
        </p:spPr>
        <p:txBody>
          <a:bodyPr wrap="none" lIns="0" tIns="0" rIns="0" bIns="0" rtlCol="0">
            <a:spAutoFit/>
          </a:bodyPr>
          <a:lstStyle/>
          <a:p>
            <a:pPr algn="l">
              <a:buClr>
                <a:schemeClr val="accent1"/>
              </a:buClr>
              <a:buSzPct val="60000"/>
            </a:pPr>
            <a:r>
              <a:rPr lang="en-US" sz="1200" b="1">
                <a:solidFill>
                  <a:schemeClr val="bg1"/>
                </a:solidFill>
              </a:rPr>
              <a:t>Block-&gt;Tile TCM Lint  &amp; Promotion : </a:t>
            </a:r>
            <a:r>
              <a:rPr lang="en-US" sz="1200" b="1">
                <a:solidFill>
                  <a:schemeClr val="accent5"/>
                </a:solidFill>
              </a:rPr>
              <a:t>WIP</a:t>
            </a:r>
          </a:p>
        </p:txBody>
      </p:sp>
      <p:sp>
        <p:nvSpPr>
          <p:cNvPr id="215" name="TextBox 214">
            <a:extLst>
              <a:ext uri="{FF2B5EF4-FFF2-40B4-BE49-F238E27FC236}">
                <a16:creationId xmlns:a16="http://schemas.microsoft.com/office/drawing/2014/main" id="{233B8E0D-7A22-2E0D-D548-BA5D6A7EBCA3}"/>
              </a:ext>
            </a:extLst>
          </p:cNvPr>
          <p:cNvSpPr txBox="1"/>
          <p:nvPr/>
        </p:nvSpPr>
        <p:spPr>
          <a:xfrm>
            <a:off x="8648970" y="1618961"/>
            <a:ext cx="2797176" cy="215444"/>
          </a:xfrm>
          <a:prstGeom prst="rect">
            <a:avLst/>
          </a:prstGeom>
          <a:noFill/>
        </p:spPr>
        <p:txBody>
          <a:bodyPr wrap="none" lIns="0" tIns="0" rIns="0" bIns="0" rtlCol="0">
            <a:spAutoFit/>
          </a:bodyPr>
          <a:lstStyle/>
          <a:p>
            <a:pPr algn="l">
              <a:buClr>
                <a:schemeClr val="accent1"/>
              </a:buClr>
              <a:buSzPct val="60000"/>
            </a:pPr>
            <a:r>
              <a:rPr lang="en-US" sz="1400" b="1"/>
              <a:t>Tile-&gt;SOC TCM Lint &amp; Promotion</a:t>
            </a:r>
          </a:p>
        </p:txBody>
      </p:sp>
      <p:cxnSp>
        <p:nvCxnSpPr>
          <p:cNvPr id="226" name="Straight Arrow Connector 225">
            <a:extLst>
              <a:ext uri="{FF2B5EF4-FFF2-40B4-BE49-F238E27FC236}">
                <a16:creationId xmlns:a16="http://schemas.microsoft.com/office/drawing/2014/main" id="{76334233-1D51-F0A8-763C-ECC9A6BA988E}"/>
              </a:ext>
            </a:extLst>
          </p:cNvPr>
          <p:cNvCxnSpPr>
            <a:cxnSpLocks/>
          </p:cNvCxnSpPr>
          <p:nvPr/>
        </p:nvCxnSpPr>
        <p:spPr>
          <a:xfrm>
            <a:off x="9606970" y="3415416"/>
            <a:ext cx="3867" cy="400423"/>
          </a:xfrm>
          <a:prstGeom prst="straightConnector1">
            <a:avLst/>
          </a:prstGeom>
          <a:ln w="38100">
            <a:solidFill>
              <a:schemeClr val="accent6"/>
            </a:solidFill>
            <a:headEnd type="none" w="lg" len="med"/>
            <a:tailEnd type="triangle"/>
          </a:ln>
        </p:spPr>
        <p:style>
          <a:lnRef idx="1">
            <a:schemeClr val="accent2"/>
          </a:lnRef>
          <a:fillRef idx="0">
            <a:schemeClr val="accent2"/>
          </a:fillRef>
          <a:effectRef idx="0">
            <a:schemeClr val="accent2"/>
          </a:effectRef>
          <a:fontRef idx="minor">
            <a:schemeClr val="tx1"/>
          </a:fontRef>
        </p:style>
      </p:cxnSp>
      <p:sp>
        <p:nvSpPr>
          <p:cNvPr id="3" name="Rectangle 2">
            <a:extLst>
              <a:ext uri="{FF2B5EF4-FFF2-40B4-BE49-F238E27FC236}">
                <a16:creationId xmlns:a16="http://schemas.microsoft.com/office/drawing/2014/main" id="{0A1EA8D1-F5ED-E908-DAD5-A712835787CE}"/>
              </a:ext>
            </a:extLst>
          </p:cNvPr>
          <p:cNvSpPr/>
          <p:nvPr/>
        </p:nvSpPr>
        <p:spPr bwMode="auto">
          <a:xfrm>
            <a:off x="6096000" y="5327952"/>
            <a:ext cx="1437695" cy="420410"/>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LINT Check</a:t>
            </a:r>
          </a:p>
        </p:txBody>
      </p:sp>
      <p:sp>
        <p:nvSpPr>
          <p:cNvPr id="5" name="Rectangle 4">
            <a:extLst>
              <a:ext uri="{FF2B5EF4-FFF2-40B4-BE49-F238E27FC236}">
                <a16:creationId xmlns:a16="http://schemas.microsoft.com/office/drawing/2014/main" id="{1AC38175-9356-E25F-6199-1949A8250201}"/>
              </a:ext>
            </a:extLst>
          </p:cNvPr>
          <p:cNvSpPr/>
          <p:nvPr/>
        </p:nvSpPr>
        <p:spPr bwMode="auto">
          <a:xfrm>
            <a:off x="9016863" y="4758296"/>
            <a:ext cx="1293728" cy="480743"/>
          </a:xfrm>
          <a:prstGeom prst="rect">
            <a:avLst/>
          </a:prstGeom>
          <a:solidFill>
            <a:schemeClr val="bg1">
              <a:lumMod val="50000"/>
              <a:lumOff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Lint check </a:t>
            </a:r>
          </a:p>
        </p:txBody>
      </p:sp>
      <p:cxnSp>
        <p:nvCxnSpPr>
          <p:cNvPr id="11" name="Straight Arrow Connector 10">
            <a:extLst>
              <a:ext uri="{FF2B5EF4-FFF2-40B4-BE49-F238E27FC236}">
                <a16:creationId xmlns:a16="http://schemas.microsoft.com/office/drawing/2014/main" id="{8F640530-B017-5DF9-1475-DE2E137AE8AF}"/>
              </a:ext>
            </a:extLst>
          </p:cNvPr>
          <p:cNvCxnSpPr>
            <a:cxnSpLocks/>
          </p:cNvCxnSpPr>
          <p:nvPr/>
        </p:nvCxnSpPr>
        <p:spPr>
          <a:xfrm>
            <a:off x="6654284" y="5121619"/>
            <a:ext cx="0" cy="206333"/>
          </a:xfrm>
          <a:prstGeom prst="straightConnector1">
            <a:avLst/>
          </a:prstGeom>
          <a:ln w="38100">
            <a:solidFill>
              <a:schemeClr val="accent6"/>
            </a:solidFill>
            <a:headEnd type="none" w="lg" len="med"/>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EEB9C682-E9B6-8C29-08E1-59EA17C30A5B}"/>
              </a:ext>
            </a:extLst>
          </p:cNvPr>
          <p:cNvCxnSpPr>
            <a:cxnSpLocks/>
          </p:cNvCxnSpPr>
          <p:nvPr/>
        </p:nvCxnSpPr>
        <p:spPr>
          <a:xfrm>
            <a:off x="9458781" y="4451514"/>
            <a:ext cx="3867" cy="302223"/>
          </a:xfrm>
          <a:prstGeom prst="straightConnector1">
            <a:avLst/>
          </a:prstGeom>
          <a:ln w="38100">
            <a:solidFill>
              <a:schemeClr val="accent6"/>
            </a:solidFill>
            <a:headEnd type="none" w="lg" len="med"/>
            <a:tailEnd type="triangle"/>
          </a:ln>
        </p:spPr>
        <p:style>
          <a:lnRef idx="1">
            <a:schemeClr val="accent2"/>
          </a:lnRef>
          <a:fillRef idx="0">
            <a:schemeClr val="accent2"/>
          </a:fillRef>
          <a:effectRef idx="0">
            <a:schemeClr val="accent2"/>
          </a:effectRef>
          <a:fontRef idx="minor">
            <a:schemeClr val="tx1"/>
          </a:fontRef>
        </p:style>
      </p:cxnSp>
      <p:cxnSp>
        <p:nvCxnSpPr>
          <p:cNvPr id="6" name="Straight Arrow Connector 5">
            <a:extLst>
              <a:ext uri="{FF2B5EF4-FFF2-40B4-BE49-F238E27FC236}">
                <a16:creationId xmlns:a16="http://schemas.microsoft.com/office/drawing/2014/main" id="{604E1CBC-E71C-A416-F0BD-670BFEA7B6BF}"/>
              </a:ext>
            </a:extLst>
          </p:cNvPr>
          <p:cNvCxnSpPr>
            <a:cxnSpLocks/>
            <a:stCxn id="74" idx="2"/>
          </p:cNvCxnSpPr>
          <p:nvPr/>
        </p:nvCxnSpPr>
        <p:spPr>
          <a:xfrm>
            <a:off x="6605425" y="2990101"/>
            <a:ext cx="10170" cy="574838"/>
          </a:xfrm>
          <a:prstGeom prst="straightConnector1">
            <a:avLst/>
          </a:prstGeom>
          <a:ln w="38100">
            <a:solidFill>
              <a:schemeClr val="accent6"/>
            </a:solidFill>
            <a:headEnd type="none" w="lg" len="med"/>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6ACD4C69-1771-0136-AC8F-8F57CC635C36}"/>
              </a:ext>
            </a:extLst>
          </p:cNvPr>
          <p:cNvCxnSpPr>
            <a:cxnSpLocks/>
          </p:cNvCxnSpPr>
          <p:nvPr/>
        </p:nvCxnSpPr>
        <p:spPr>
          <a:xfrm>
            <a:off x="9606970" y="2372272"/>
            <a:ext cx="3867" cy="400423"/>
          </a:xfrm>
          <a:prstGeom prst="straightConnector1">
            <a:avLst/>
          </a:prstGeom>
          <a:ln w="38100">
            <a:solidFill>
              <a:schemeClr val="accent6"/>
            </a:solidFill>
            <a:headEnd type="none" w="lg"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3011856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68B48C-B47B-F674-0274-8A6CA6D4F487}"/>
              </a:ext>
            </a:extLst>
          </p:cNvPr>
          <p:cNvSpPr/>
          <p:nvPr/>
        </p:nvSpPr>
        <p:spPr bwMode="auto">
          <a:xfrm>
            <a:off x="5674864" y="945674"/>
            <a:ext cx="3978801" cy="3736427"/>
          </a:xfrm>
          <a:prstGeom prst="rect">
            <a:avLst/>
          </a:prstGeom>
          <a:solidFill>
            <a:srgbClr val="B8CBE6"/>
          </a:solidFill>
          <a:ln w="28575">
            <a:solidFill>
              <a:srgbClr val="B8CBE6"/>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endParaRPr lang="en-US" sz="1400" err="1">
              <a:solidFill>
                <a:schemeClr val="bg1"/>
              </a:solidFill>
              <a:latin typeface="+mj-lt"/>
              <a:ea typeface="Calibri" panose="020F0502020204030204" pitchFamily="34" charset="0"/>
              <a:cs typeface="Calibri" panose="020F0502020204030204" pitchFamily="34" charset="0"/>
            </a:endParaRPr>
          </a:p>
        </p:txBody>
      </p:sp>
      <p:sp>
        <p:nvSpPr>
          <p:cNvPr id="9" name="Arrow: Down 8">
            <a:extLst>
              <a:ext uri="{FF2B5EF4-FFF2-40B4-BE49-F238E27FC236}">
                <a16:creationId xmlns:a16="http://schemas.microsoft.com/office/drawing/2014/main" id="{8F3633DE-9D71-5DD8-1850-F4E3DBB25388}"/>
              </a:ext>
            </a:extLst>
          </p:cNvPr>
          <p:cNvSpPr/>
          <p:nvPr/>
        </p:nvSpPr>
        <p:spPr bwMode="auto">
          <a:xfrm>
            <a:off x="8151478" y="2096755"/>
            <a:ext cx="431430" cy="1388418"/>
          </a:xfrm>
          <a:prstGeom prst="downArrow">
            <a:avLst/>
          </a:prstGeom>
          <a:solidFill>
            <a:schemeClr val="accent6"/>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endParaRPr lang="en-US" sz="1200" err="1">
              <a:solidFill>
                <a:schemeClr val="bg1"/>
              </a:solidFill>
              <a:latin typeface="+mj-lt"/>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286C91C5-102F-0451-52BE-321665F66844}"/>
              </a:ext>
            </a:extLst>
          </p:cNvPr>
          <p:cNvSpPr/>
          <p:nvPr/>
        </p:nvSpPr>
        <p:spPr bwMode="auto">
          <a:xfrm>
            <a:off x="7688237" y="2372640"/>
            <a:ext cx="1599443" cy="606791"/>
          </a:xfrm>
          <a:prstGeom prst="rect">
            <a:avLst/>
          </a:prstGeom>
          <a:solidFill>
            <a:srgbClr val="CAF1B9"/>
          </a:solidFill>
          <a:ln>
            <a:solidFill>
              <a:srgbClr val="00B0F0"/>
            </a:solid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pPr>
            <a:r>
              <a:rPr lang="en-US" sz="1100" b="1">
                <a:solidFill>
                  <a:schemeClr val="bg1"/>
                </a:solidFill>
                <a:latin typeface="+mj-lt"/>
                <a:ea typeface="Calibri" panose="020F0502020204030204" pitchFamily="34" charset="0"/>
                <a:cs typeface="Calibri" panose="020F0502020204030204" pitchFamily="34" charset="0"/>
              </a:rPr>
              <a:t>TCM Constraints Check</a:t>
            </a:r>
          </a:p>
        </p:txBody>
      </p:sp>
      <p:sp>
        <p:nvSpPr>
          <p:cNvPr id="15" name="Flowchart: Multidocument 14">
            <a:extLst>
              <a:ext uri="{FF2B5EF4-FFF2-40B4-BE49-F238E27FC236}">
                <a16:creationId xmlns:a16="http://schemas.microsoft.com/office/drawing/2014/main" id="{418DF790-EADF-B33E-A562-00E9B3317CDD}"/>
              </a:ext>
            </a:extLst>
          </p:cNvPr>
          <p:cNvSpPr/>
          <p:nvPr/>
        </p:nvSpPr>
        <p:spPr bwMode="auto">
          <a:xfrm>
            <a:off x="7699473" y="3485172"/>
            <a:ext cx="1539580" cy="731038"/>
          </a:xfrm>
          <a:prstGeom prst="flowChartMultidocument">
            <a:avLst/>
          </a:prstGeom>
          <a:solidFill>
            <a:srgbClr val="CAF1B9"/>
          </a:solidFill>
          <a:ln>
            <a:solidFill>
              <a:srgbClr val="00B0F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r>
              <a:rPr lang="en-US" sz="1000">
                <a:solidFill>
                  <a:schemeClr val="bg1"/>
                </a:solidFill>
                <a:latin typeface="+mj-lt"/>
                <a:ea typeface="Calibri" panose="020F0502020204030204" pitchFamily="34" charset="0"/>
                <a:cs typeface="Calibri" panose="020F0502020204030204" pitchFamily="34" charset="0"/>
              </a:rPr>
              <a:t>TCM mapped constraints</a:t>
            </a:r>
          </a:p>
          <a:p>
            <a:pPr algn="l" defTabSz="932472" fontAlgn="base">
              <a:spcBef>
                <a:spcPct val="0"/>
              </a:spcBef>
              <a:spcAft>
                <a:spcPct val="0"/>
              </a:spcAft>
            </a:pPr>
            <a:endParaRPr lang="en-US" sz="1000">
              <a:solidFill>
                <a:schemeClr val="bg1"/>
              </a:solidFill>
              <a:latin typeface="+mj-lt"/>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31693352-6DC7-630A-D888-608AF6DD369C}"/>
              </a:ext>
            </a:extLst>
          </p:cNvPr>
          <p:cNvSpPr txBox="1"/>
          <p:nvPr/>
        </p:nvSpPr>
        <p:spPr>
          <a:xfrm>
            <a:off x="5934034" y="1275037"/>
            <a:ext cx="1864612" cy="215444"/>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l">
              <a:buClr>
                <a:schemeClr val="accent1"/>
              </a:buClr>
              <a:buSzPct val="60000"/>
            </a:pPr>
            <a:r>
              <a:rPr lang="en-US" sz="1400" b="1">
                <a:solidFill>
                  <a:schemeClr val="bg1"/>
                </a:solidFill>
                <a:latin typeface="+mj-lt"/>
                <a:ea typeface="Calibri" panose="020F0502020204030204" pitchFamily="34" charset="0"/>
                <a:cs typeface="Calibri" panose="020F0502020204030204" pitchFamily="34" charset="0"/>
              </a:rPr>
              <a:t>LINT/ SDC check</a:t>
            </a:r>
          </a:p>
        </p:txBody>
      </p:sp>
      <p:sp>
        <p:nvSpPr>
          <p:cNvPr id="18" name="Rectangle 17">
            <a:extLst>
              <a:ext uri="{FF2B5EF4-FFF2-40B4-BE49-F238E27FC236}">
                <a16:creationId xmlns:a16="http://schemas.microsoft.com/office/drawing/2014/main" id="{0E013301-F1B3-443F-B82B-B4D79CBFF1ED}"/>
              </a:ext>
            </a:extLst>
          </p:cNvPr>
          <p:cNvSpPr/>
          <p:nvPr/>
        </p:nvSpPr>
        <p:spPr bwMode="auto">
          <a:xfrm>
            <a:off x="7584001" y="1280024"/>
            <a:ext cx="1879698" cy="852930"/>
          </a:xfrm>
          <a:prstGeom prst="rect">
            <a:avLst/>
          </a:prstGeom>
          <a:solidFill>
            <a:schemeClr val="tx1">
              <a:lumMod val="75000"/>
            </a:schemeClr>
          </a:solidFill>
          <a:ln>
            <a:solidFill>
              <a:schemeClr val="bg1"/>
            </a:solid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pPr>
            <a:endParaRPr lang="en-US" sz="900">
              <a:solidFill>
                <a:schemeClr val="bg1"/>
              </a:solidFill>
              <a:latin typeface="+mj-lt"/>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CB9583E6-364D-2026-E315-A399ED350543}"/>
              </a:ext>
            </a:extLst>
          </p:cNvPr>
          <p:cNvSpPr/>
          <p:nvPr/>
        </p:nvSpPr>
        <p:spPr bwMode="auto">
          <a:xfrm>
            <a:off x="6189050" y="2425536"/>
            <a:ext cx="1199063" cy="1227350"/>
          </a:xfrm>
          <a:prstGeom prst="rect">
            <a:avLst/>
          </a:prstGeom>
          <a:solidFill>
            <a:srgbClr val="CAF1B9"/>
          </a:solidFill>
          <a:ln>
            <a:solidFill>
              <a:srgbClr val="00B0F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171450" indent="-171450" defTabSz="932472" fontAlgn="base">
              <a:spcBef>
                <a:spcPct val="0"/>
              </a:spcBef>
              <a:spcAft>
                <a:spcPct val="0"/>
              </a:spcAft>
              <a:buFont typeface="Wingdings" panose="05000000000000000000" pitchFamily="2" charset="2"/>
              <a:buChar char="ü"/>
            </a:pPr>
            <a:r>
              <a:rPr lang="en-US" sz="900" b="1">
                <a:solidFill>
                  <a:schemeClr val="bg1"/>
                </a:solidFill>
                <a:latin typeface="+mj-lt"/>
                <a:ea typeface="Calibri" panose="020F0502020204030204" pitchFamily="34" charset="0"/>
                <a:cs typeface="Calibri" panose="020F0502020204030204" pitchFamily="34" charset="0"/>
              </a:rPr>
              <a:t>No marker check reports</a:t>
            </a:r>
          </a:p>
          <a:p>
            <a:pPr marL="171450" indent="-171450" defTabSz="932472" fontAlgn="base">
              <a:spcBef>
                <a:spcPct val="0"/>
              </a:spcBef>
              <a:spcAft>
                <a:spcPct val="0"/>
              </a:spcAft>
              <a:buFont typeface="Wingdings" panose="05000000000000000000" pitchFamily="2" charset="2"/>
              <a:buChar char="ü"/>
            </a:pPr>
            <a:r>
              <a:rPr lang="en-US" sz="900" b="1">
                <a:solidFill>
                  <a:schemeClr val="bg1"/>
                </a:solidFill>
                <a:latin typeface="+mj-lt"/>
                <a:ea typeface="Calibri" panose="020F0502020204030204" pitchFamily="34" charset="0"/>
                <a:cs typeface="Calibri" panose="020F0502020204030204" pitchFamily="34" charset="0"/>
              </a:rPr>
              <a:t>Same Domain FP</a:t>
            </a:r>
          </a:p>
          <a:p>
            <a:pPr marL="171450" indent="-171450" defTabSz="932472" fontAlgn="base">
              <a:spcBef>
                <a:spcPct val="0"/>
              </a:spcBef>
              <a:spcAft>
                <a:spcPct val="0"/>
              </a:spcAft>
              <a:buFont typeface="Wingdings" panose="05000000000000000000" pitchFamily="2" charset="2"/>
              <a:buChar char="ü"/>
            </a:pPr>
            <a:r>
              <a:rPr lang="en-US" sz="900" b="1">
                <a:solidFill>
                  <a:schemeClr val="bg1"/>
                </a:solidFill>
                <a:latin typeface="+mj-lt"/>
                <a:ea typeface="Calibri" panose="020F0502020204030204" pitchFamily="34" charset="0"/>
                <a:cs typeface="Calibri" panose="020F0502020204030204" pitchFamily="34" charset="0"/>
              </a:rPr>
              <a:t>Multi cycle MCP</a:t>
            </a:r>
          </a:p>
        </p:txBody>
      </p:sp>
      <p:sp>
        <p:nvSpPr>
          <p:cNvPr id="20" name="Flowchart: Document 19">
            <a:extLst>
              <a:ext uri="{FF2B5EF4-FFF2-40B4-BE49-F238E27FC236}">
                <a16:creationId xmlns:a16="http://schemas.microsoft.com/office/drawing/2014/main" id="{1528D656-5D43-B74C-B4CC-C0426C348866}"/>
              </a:ext>
            </a:extLst>
          </p:cNvPr>
          <p:cNvSpPr/>
          <p:nvPr/>
        </p:nvSpPr>
        <p:spPr bwMode="auto">
          <a:xfrm>
            <a:off x="6199717" y="3676714"/>
            <a:ext cx="1107041" cy="565729"/>
          </a:xfrm>
          <a:prstGeom prst="flowChartDocument">
            <a:avLst/>
          </a:prstGeom>
          <a:solidFill>
            <a:srgbClr val="CAF1B9"/>
          </a:solidFill>
          <a:ln>
            <a:solidFill>
              <a:srgbClr val="00B0F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pPr>
            <a:r>
              <a:rPr lang="en-US" sz="900" b="1">
                <a:solidFill>
                  <a:schemeClr val="bg1"/>
                </a:solidFill>
                <a:latin typeface="+mj-lt"/>
                <a:ea typeface="Calibri" panose="020F0502020204030204" pitchFamily="34" charset="0"/>
                <a:cs typeface="Calibri" panose="020F0502020204030204" pitchFamily="34" charset="0"/>
              </a:rPr>
              <a:t>SDC lint checks</a:t>
            </a:r>
          </a:p>
        </p:txBody>
      </p:sp>
      <p:cxnSp>
        <p:nvCxnSpPr>
          <p:cNvPr id="21" name="Connector: Elbow 20">
            <a:extLst>
              <a:ext uri="{FF2B5EF4-FFF2-40B4-BE49-F238E27FC236}">
                <a16:creationId xmlns:a16="http://schemas.microsoft.com/office/drawing/2014/main" id="{BC21BDA9-CFAD-3C18-DA6E-18124EA28C03}"/>
              </a:ext>
            </a:extLst>
          </p:cNvPr>
          <p:cNvCxnSpPr>
            <a:cxnSpLocks/>
            <a:endCxn id="20" idx="3"/>
          </p:cNvCxnSpPr>
          <p:nvPr/>
        </p:nvCxnSpPr>
        <p:spPr>
          <a:xfrm rot="5400000">
            <a:off x="6812538" y="3191813"/>
            <a:ext cx="1261986" cy="273546"/>
          </a:xfrm>
          <a:prstGeom prst="bentConnector2">
            <a:avLst/>
          </a:prstGeom>
          <a:ln w="28575">
            <a:headEnd type="none" w="lg" len="med"/>
            <a:tailEnd type="triangle"/>
          </a:ln>
        </p:spPr>
        <p:style>
          <a:lnRef idx="1">
            <a:schemeClr val="accent6"/>
          </a:lnRef>
          <a:fillRef idx="0">
            <a:schemeClr val="accent6"/>
          </a:fillRef>
          <a:effectRef idx="0">
            <a:schemeClr val="accent6"/>
          </a:effectRef>
          <a:fontRef idx="minor">
            <a:schemeClr val="tx1"/>
          </a:fontRef>
        </p:style>
      </p:cxnSp>
      <p:sp>
        <p:nvSpPr>
          <p:cNvPr id="35" name="TextBox 21">
            <a:extLst>
              <a:ext uri="{FF2B5EF4-FFF2-40B4-BE49-F238E27FC236}">
                <a16:creationId xmlns:a16="http://schemas.microsoft.com/office/drawing/2014/main" id="{4D7D28E3-C029-A148-C9DA-616A0C778B3C}"/>
              </a:ext>
            </a:extLst>
          </p:cNvPr>
          <p:cNvSpPr txBox="1"/>
          <p:nvPr/>
        </p:nvSpPr>
        <p:spPr>
          <a:xfrm>
            <a:off x="7664265" y="1759998"/>
            <a:ext cx="590350" cy="461665"/>
          </a:xfrm>
          <a:prstGeom prst="rect">
            <a:avLst/>
          </a:prstGeom>
          <a:solidFill>
            <a:schemeClr val="bg2">
              <a:lumMod val="20000"/>
              <a:lumOff val="80000"/>
            </a:schemeClr>
          </a:solidFill>
          <a:scene3d>
            <a:camera prst="orthographicFront"/>
            <a:lightRig rig="threePt" dir="t"/>
          </a:scene3d>
          <a:sp3d>
            <a:bevelT/>
          </a:sp3d>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buClr>
                <a:schemeClr val="accent1"/>
              </a:buClr>
              <a:buSzPct val="60000"/>
            </a:pPr>
            <a:r>
              <a:rPr lang="en-US" sz="1000" b="1">
                <a:solidFill>
                  <a:schemeClr val="bg1"/>
                </a:solidFill>
                <a:latin typeface="+mj-lt"/>
                <a:ea typeface="Calibri" panose="020F0502020204030204" pitchFamily="34" charset="0"/>
                <a:cs typeface="Calibri" panose="020F0502020204030204" pitchFamily="34" charset="0"/>
              </a:rPr>
              <a:t>Convert xml to SDC</a:t>
            </a:r>
          </a:p>
        </p:txBody>
      </p:sp>
      <p:sp>
        <p:nvSpPr>
          <p:cNvPr id="45" name="TextBox 121">
            <a:extLst>
              <a:ext uri="{FF2B5EF4-FFF2-40B4-BE49-F238E27FC236}">
                <a16:creationId xmlns:a16="http://schemas.microsoft.com/office/drawing/2014/main" id="{6D69EA94-DFFA-07AC-2F0C-6CBBC526AFDE}"/>
              </a:ext>
            </a:extLst>
          </p:cNvPr>
          <p:cNvSpPr txBox="1"/>
          <p:nvPr/>
        </p:nvSpPr>
        <p:spPr>
          <a:xfrm>
            <a:off x="8700261" y="1767249"/>
            <a:ext cx="702951" cy="153888"/>
          </a:xfrm>
          <a:prstGeom prst="rect">
            <a:avLst/>
          </a:prstGeom>
          <a:solidFill>
            <a:schemeClr val="bg2">
              <a:lumMod val="20000"/>
              <a:lumOff val="80000"/>
            </a:schemeClr>
          </a:solidFill>
          <a:scene3d>
            <a:camera prst="orthographicFront"/>
            <a:lightRig rig="threePt" dir="t"/>
          </a:scene3d>
          <a:sp3d>
            <a:bevelT/>
          </a:sp3d>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buClr>
                <a:schemeClr val="accent1"/>
              </a:buClr>
              <a:buSzPct val="60000"/>
            </a:pPr>
            <a:r>
              <a:rPr lang="en-US" sz="1000" b="1">
                <a:solidFill>
                  <a:schemeClr val="bg1"/>
                </a:solidFill>
                <a:latin typeface="+mj-lt"/>
                <a:ea typeface="Calibri" panose="020F0502020204030204" pitchFamily="34" charset="0"/>
                <a:cs typeface="Calibri" panose="020F0502020204030204" pitchFamily="34" charset="0"/>
              </a:rPr>
              <a:t> Input SDC</a:t>
            </a:r>
          </a:p>
        </p:txBody>
      </p:sp>
      <p:sp>
        <p:nvSpPr>
          <p:cNvPr id="46" name="Flowchart: Decision 45">
            <a:extLst>
              <a:ext uri="{FF2B5EF4-FFF2-40B4-BE49-F238E27FC236}">
                <a16:creationId xmlns:a16="http://schemas.microsoft.com/office/drawing/2014/main" id="{0DCBFAF7-AAD7-3397-1155-013DFD39E9C3}"/>
              </a:ext>
            </a:extLst>
          </p:cNvPr>
          <p:cNvSpPr/>
          <p:nvPr/>
        </p:nvSpPr>
        <p:spPr bwMode="auto">
          <a:xfrm>
            <a:off x="8114486" y="1382075"/>
            <a:ext cx="727957" cy="471166"/>
          </a:xfrm>
          <a:prstGeom prst="flowChartDecision">
            <a:avLst/>
          </a:prstGeom>
          <a:solidFill>
            <a:schemeClr val="accent1"/>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endParaRPr lang="en-US" sz="1100" b="1">
              <a:gradFill>
                <a:gsLst>
                  <a:gs pos="0">
                    <a:srgbClr val="FFFFFF"/>
                  </a:gs>
                  <a:gs pos="100000">
                    <a:srgbClr val="FFFFFF"/>
                  </a:gs>
                </a:gsLst>
                <a:lin ang="5400000" scaled="0"/>
              </a:gradFill>
              <a:latin typeface="+mj-lt"/>
              <a:ea typeface="Calibri" panose="020F0502020204030204" pitchFamily="34" charset="0"/>
              <a:cs typeface="Calibri" panose="020F0502020204030204" pitchFamily="34" charset="0"/>
            </a:endParaRPr>
          </a:p>
        </p:txBody>
      </p:sp>
      <p:sp>
        <p:nvSpPr>
          <p:cNvPr id="47" name="TextBox 20">
            <a:extLst>
              <a:ext uri="{FF2B5EF4-FFF2-40B4-BE49-F238E27FC236}">
                <a16:creationId xmlns:a16="http://schemas.microsoft.com/office/drawing/2014/main" id="{DC5445B6-E078-79DC-6783-22A7C6F31094}"/>
              </a:ext>
            </a:extLst>
          </p:cNvPr>
          <p:cNvSpPr txBox="1"/>
          <p:nvPr/>
        </p:nvSpPr>
        <p:spPr>
          <a:xfrm>
            <a:off x="8352560" y="1556102"/>
            <a:ext cx="324706" cy="123111"/>
          </a:xfrm>
          <a:prstGeom prst="rect">
            <a:avLst/>
          </a:prstGeom>
          <a:solidFill>
            <a:schemeClr val="tx1"/>
          </a:solid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l">
              <a:buClr>
                <a:schemeClr val="accent1"/>
              </a:buClr>
              <a:buSzPct val="60000"/>
            </a:pPr>
            <a:r>
              <a:rPr lang="en-US" sz="800" b="1">
                <a:solidFill>
                  <a:schemeClr val="bg1"/>
                </a:solidFill>
                <a:latin typeface="+mj-lt"/>
                <a:ea typeface="Calibri" panose="020F0502020204030204" pitchFamily="34" charset="0"/>
                <a:cs typeface="Calibri" panose="020F0502020204030204" pitchFamily="34" charset="0"/>
              </a:rPr>
              <a:t>XML</a:t>
            </a:r>
            <a:endParaRPr lang="en-US" sz="900" b="1">
              <a:solidFill>
                <a:schemeClr val="bg1"/>
              </a:solidFill>
              <a:latin typeface="+mj-lt"/>
              <a:ea typeface="Calibri" panose="020F0502020204030204" pitchFamily="34" charset="0"/>
              <a:cs typeface="Calibri" panose="020F0502020204030204" pitchFamily="34" charset="0"/>
            </a:endParaRPr>
          </a:p>
        </p:txBody>
      </p:sp>
      <p:cxnSp>
        <p:nvCxnSpPr>
          <p:cNvPr id="48" name="Connector: Elbow 47">
            <a:extLst>
              <a:ext uri="{FF2B5EF4-FFF2-40B4-BE49-F238E27FC236}">
                <a16:creationId xmlns:a16="http://schemas.microsoft.com/office/drawing/2014/main" id="{DCDAF432-495B-9EAB-8649-A5EB8D9E5062}"/>
              </a:ext>
            </a:extLst>
          </p:cNvPr>
          <p:cNvCxnSpPr>
            <a:cxnSpLocks/>
            <a:stCxn id="46" idx="1"/>
            <a:endCxn id="35" idx="0"/>
          </p:cNvCxnSpPr>
          <p:nvPr/>
        </p:nvCxnSpPr>
        <p:spPr>
          <a:xfrm rot="10800000" flipV="1">
            <a:off x="7959440" y="1617658"/>
            <a:ext cx="155046" cy="142340"/>
          </a:xfrm>
          <a:prstGeom prst="bentConnector2">
            <a:avLst/>
          </a:prstGeom>
          <a:ln>
            <a:solidFill>
              <a:schemeClr val="bg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9" name="Arrow: Down 48">
            <a:extLst>
              <a:ext uri="{FF2B5EF4-FFF2-40B4-BE49-F238E27FC236}">
                <a16:creationId xmlns:a16="http://schemas.microsoft.com/office/drawing/2014/main" id="{0A6383E7-03AA-D8FE-9298-D3852985BB61}"/>
              </a:ext>
            </a:extLst>
          </p:cNvPr>
          <p:cNvSpPr/>
          <p:nvPr/>
        </p:nvSpPr>
        <p:spPr bwMode="auto">
          <a:xfrm>
            <a:off x="9103777" y="1906403"/>
            <a:ext cx="57268" cy="472659"/>
          </a:xfrm>
          <a:prstGeom prst="downArrow">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dk1"/>
                </a:solidFill>
                <a:latin typeface="+mn-lt"/>
                <a:ea typeface="+mn-ea"/>
                <a:cs typeface="+mn-cs"/>
              </a:defRPr>
            </a:lvl1pPr>
            <a:lvl2pPr marL="457183" algn="l" defTabSz="914367" rtl="0" eaLnBrk="1" latinLnBrk="0" hangingPunct="1">
              <a:defRPr sz="1765" kern="1200">
                <a:solidFill>
                  <a:schemeClr val="dk1"/>
                </a:solidFill>
                <a:latin typeface="+mn-lt"/>
                <a:ea typeface="+mn-ea"/>
                <a:cs typeface="+mn-cs"/>
              </a:defRPr>
            </a:lvl2pPr>
            <a:lvl3pPr marL="914367" algn="l" defTabSz="914367" rtl="0" eaLnBrk="1" latinLnBrk="0" hangingPunct="1">
              <a:defRPr sz="1765" kern="1200">
                <a:solidFill>
                  <a:schemeClr val="dk1"/>
                </a:solidFill>
                <a:latin typeface="+mn-lt"/>
                <a:ea typeface="+mn-ea"/>
                <a:cs typeface="+mn-cs"/>
              </a:defRPr>
            </a:lvl3pPr>
            <a:lvl4pPr marL="1371550" algn="l" defTabSz="914367" rtl="0" eaLnBrk="1" latinLnBrk="0" hangingPunct="1">
              <a:defRPr sz="1765" kern="1200">
                <a:solidFill>
                  <a:schemeClr val="dk1"/>
                </a:solidFill>
                <a:latin typeface="+mn-lt"/>
                <a:ea typeface="+mn-ea"/>
                <a:cs typeface="+mn-cs"/>
              </a:defRPr>
            </a:lvl4pPr>
            <a:lvl5pPr marL="1828734" algn="l" defTabSz="914367" rtl="0" eaLnBrk="1" latinLnBrk="0" hangingPunct="1">
              <a:defRPr sz="1765" kern="1200">
                <a:solidFill>
                  <a:schemeClr val="dk1"/>
                </a:solidFill>
                <a:latin typeface="+mn-lt"/>
                <a:ea typeface="+mn-ea"/>
                <a:cs typeface="+mn-cs"/>
              </a:defRPr>
            </a:lvl5pPr>
            <a:lvl6pPr marL="2285918" algn="l" defTabSz="914367" rtl="0" eaLnBrk="1" latinLnBrk="0" hangingPunct="1">
              <a:defRPr sz="1765" kern="1200">
                <a:solidFill>
                  <a:schemeClr val="dk1"/>
                </a:solidFill>
                <a:latin typeface="+mn-lt"/>
                <a:ea typeface="+mn-ea"/>
                <a:cs typeface="+mn-cs"/>
              </a:defRPr>
            </a:lvl6pPr>
            <a:lvl7pPr marL="2743101" algn="l" defTabSz="914367" rtl="0" eaLnBrk="1" latinLnBrk="0" hangingPunct="1">
              <a:defRPr sz="1765" kern="1200">
                <a:solidFill>
                  <a:schemeClr val="dk1"/>
                </a:solidFill>
                <a:latin typeface="+mn-lt"/>
                <a:ea typeface="+mn-ea"/>
                <a:cs typeface="+mn-cs"/>
              </a:defRPr>
            </a:lvl7pPr>
            <a:lvl8pPr marL="3200284" algn="l" defTabSz="914367" rtl="0" eaLnBrk="1" latinLnBrk="0" hangingPunct="1">
              <a:defRPr sz="1765" kern="1200">
                <a:solidFill>
                  <a:schemeClr val="dk1"/>
                </a:solidFill>
                <a:latin typeface="+mn-lt"/>
                <a:ea typeface="+mn-ea"/>
                <a:cs typeface="+mn-cs"/>
              </a:defRPr>
            </a:lvl8pPr>
            <a:lvl9pPr marL="3657469" algn="l" defTabSz="914367" rtl="0" eaLnBrk="1" latinLnBrk="0" hangingPunct="1">
              <a:defRPr sz="1765" kern="1200">
                <a:solidFill>
                  <a:schemeClr val="dk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0" name="Arrow: Down 49">
            <a:extLst>
              <a:ext uri="{FF2B5EF4-FFF2-40B4-BE49-F238E27FC236}">
                <a16:creationId xmlns:a16="http://schemas.microsoft.com/office/drawing/2014/main" id="{2F0F14CB-49F2-F81E-FFE1-72B089246A94}"/>
              </a:ext>
            </a:extLst>
          </p:cNvPr>
          <p:cNvSpPr/>
          <p:nvPr/>
        </p:nvSpPr>
        <p:spPr bwMode="auto">
          <a:xfrm>
            <a:off x="7995675" y="2221663"/>
            <a:ext cx="45719" cy="170185"/>
          </a:xfrm>
          <a:prstGeom prst="downArrow">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dk1"/>
                </a:solidFill>
                <a:latin typeface="+mn-lt"/>
                <a:ea typeface="+mn-ea"/>
                <a:cs typeface="+mn-cs"/>
              </a:defRPr>
            </a:lvl1pPr>
            <a:lvl2pPr marL="457183" algn="l" defTabSz="914367" rtl="0" eaLnBrk="1" latinLnBrk="0" hangingPunct="1">
              <a:defRPr sz="1765" kern="1200">
                <a:solidFill>
                  <a:schemeClr val="dk1"/>
                </a:solidFill>
                <a:latin typeface="+mn-lt"/>
                <a:ea typeface="+mn-ea"/>
                <a:cs typeface="+mn-cs"/>
              </a:defRPr>
            </a:lvl2pPr>
            <a:lvl3pPr marL="914367" algn="l" defTabSz="914367" rtl="0" eaLnBrk="1" latinLnBrk="0" hangingPunct="1">
              <a:defRPr sz="1765" kern="1200">
                <a:solidFill>
                  <a:schemeClr val="dk1"/>
                </a:solidFill>
                <a:latin typeface="+mn-lt"/>
                <a:ea typeface="+mn-ea"/>
                <a:cs typeface="+mn-cs"/>
              </a:defRPr>
            </a:lvl3pPr>
            <a:lvl4pPr marL="1371550" algn="l" defTabSz="914367" rtl="0" eaLnBrk="1" latinLnBrk="0" hangingPunct="1">
              <a:defRPr sz="1765" kern="1200">
                <a:solidFill>
                  <a:schemeClr val="dk1"/>
                </a:solidFill>
                <a:latin typeface="+mn-lt"/>
                <a:ea typeface="+mn-ea"/>
                <a:cs typeface="+mn-cs"/>
              </a:defRPr>
            </a:lvl4pPr>
            <a:lvl5pPr marL="1828734" algn="l" defTabSz="914367" rtl="0" eaLnBrk="1" latinLnBrk="0" hangingPunct="1">
              <a:defRPr sz="1765" kern="1200">
                <a:solidFill>
                  <a:schemeClr val="dk1"/>
                </a:solidFill>
                <a:latin typeface="+mn-lt"/>
                <a:ea typeface="+mn-ea"/>
                <a:cs typeface="+mn-cs"/>
              </a:defRPr>
            </a:lvl5pPr>
            <a:lvl6pPr marL="2285918" algn="l" defTabSz="914367" rtl="0" eaLnBrk="1" latinLnBrk="0" hangingPunct="1">
              <a:defRPr sz="1765" kern="1200">
                <a:solidFill>
                  <a:schemeClr val="dk1"/>
                </a:solidFill>
                <a:latin typeface="+mn-lt"/>
                <a:ea typeface="+mn-ea"/>
                <a:cs typeface="+mn-cs"/>
              </a:defRPr>
            </a:lvl6pPr>
            <a:lvl7pPr marL="2743101" algn="l" defTabSz="914367" rtl="0" eaLnBrk="1" latinLnBrk="0" hangingPunct="1">
              <a:defRPr sz="1765" kern="1200">
                <a:solidFill>
                  <a:schemeClr val="dk1"/>
                </a:solidFill>
                <a:latin typeface="+mn-lt"/>
                <a:ea typeface="+mn-ea"/>
                <a:cs typeface="+mn-cs"/>
              </a:defRPr>
            </a:lvl7pPr>
            <a:lvl8pPr marL="3200284" algn="l" defTabSz="914367" rtl="0" eaLnBrk="1" latinLnBrk="0" hangingPunct="1">
              <a:defRPr sz="1765" kern="1200">
                <a:solidFill>
                  <a:schemeClr val="dk1"/>
                </a:solidFill>
                <a:latin typeface="+mn-lt"/>
                <a:ea typeface="+mn-ea"/>
                <a:cs typeface="+mn-cs"/>
              </a:defRPr>
            </a:lvl8pPr>
            <a:lvl9pPr marL="3657469" algn="l" defTabSz="914367" rtl="0" eaLnBrk="1" latinLnBrk="0" hangingPunct="1">
              <a:defRPr sz="1765" kern="1200">
                <a:solidFill>
                  <a:schemeClr val="dk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1" name="Arrow: Right 50">
            <a:extLst>
              <a:ext uri="{FF2B5EF4-FFF2-40B4-BE49-F238E27FC236}">
                <a16:creationId xmlns:a16="http://schemas.microsoft.com/office/drawing/2014/main" id="{E2831A17-BFFB-F194-FD51-1B5370E8E96B}"/>
              </a:ext>
            </a:extLst>
          </p:cNvPr>
          <p:cNvSpPr/>
          <p:nvPr/>
        </p:nvSpPr>
        <p:spPr bwMode="auto">
          <a:xfrm rot="10800000">
            <a:off x="7381755" y="2626687"/>
            <a:ext cx="297463" cy="96850"/>
          </a:xfrm>
          <a:prstGeom prst="rightArrow">
            <a:avLst/>
          </a:prstGeom>
          <a:solidFill>
            <a:schemeClr val="accent6"/>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2" name="Title 1">
            <a:extLst>
              <a:ext uri="{FF2B5EF4-FFF2-40B4-BE49-F238E27FC236}">
                <a16:creationId xmlns:a16="http://schemas.microsoft.com/office/drawing/2014/main" id="{9260D112-436B-A338-7749-EEF906662E98}"/>
              </a:ext>
            </a:extLst>
          </p:cNvPr>
          <p:cNvSpPr txBox="1">
            <a:spLocks/>
          </p:cNvSpPr>
          <p:nvPr/>
        </p:nvSpPr>
        <p:spPr>
          <a:xfrm>
            <a:off x="307788" y="334911"/>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ea typeface="Calibri" panose="020F0502020204030204" pitchFamily="34" charset="0"/>
                <a:cs typeface="Calibri" panose="020F0502020204030204" pitchFamily="34" charset="0"/>
              </a:rPr>
              <a:t>TCM RTL LINT CHECK</a:t>
            </a:r>
          </a:p>
        </p:txBody>
      </p:sp>
      <p:sp>
        <p:nvSpPr>
          <p:cNvPr id="55" name="Arrow: Right 54">
            <a:extLst>
              <a:ext uri="{FF2B5EF4-FFF2-40B4-BE49-F238E27FC236}">
                <a16:creationId xmlns:a16="http://schemas.microsoft.com/office/drawing/2014/main" id="{A27596E3-5978-C851-685A-1AE98DC47522}"/>
              </a:ext>
            </a:extLst>
          </p:cNvPr>
          <p:cNvSpPr/>
          <p:nvPr/>
        </p:nvSpPr>
        <p:spPr bwMode="auto">
          <a:xfrm>
            <a:off x="9161044" y="3696624"/>
            <a:ext cx="909477" cy="308134"/>
          </a:xfrm>
          <a:prstGeom prst="rightArrow">
            <a:avLst/>
          </a:prstGeom>
          <a:solidFill>
            <a:schemeClr val="accent6"/>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3" name="TextBox 62">
            <a:extLst>
              <a:ext uri="{FF2B5EF4-FFF2-40B4-BE49-F238E27FC236}">
                <a16:creationId xmlns:a16="http://schemas.microsoft.com/office/drawing/2014/main" id="{77BF231C-D89E-9CCE-23F2-8F625A32CB13}"/>
              </a:ext>
            </a:extLst>
          </p:cNvPr>
          <p:cNvSpPr txBox="1"/>
          <p:nvPr/>
        </p:nvSpPr>
        <p:spPr>
          <a:xfrm>
            <a:off x="9707783" y="1129966"/>
            <a:ext cx="2297428" cy="1446550"/>
          </a:xfrm>
          <a:prstGeom prst="rect">
            <a:avLst/>
          </a:prstGeom>
          <a:noFill/>
        </p:spPr>
        <p:txBody>
          <a:bodyPr wrap="square">
            <a:spAutoFit/>
          </a:bodyPr>
          <a:lstStyle/>
          <a:p>
            <a:pPr marL="171450" indent="-171450">
              <a:buFont typeface="Arial" panose="020B0604020202020204" pitchFamily="34" charset="0"/>
              <a:buChar char="•"/>
            </a:pPr>
            <a:r>
              <a:rPr lang="en-US" sz="1100" b="1" u="sng">
                <a:latin typeface="+mj-lt"/>
                <a:ea typeface="Calibri" panose="020F0502020204030204" pitchFamily="34" charset="0"/>
                <a:cs typeface="Calibri" panose="020F0502020204030204" pitchFamily="34" charset="0"/>
              </a:rPr>
              <a:t>No Marker checks:</a:t>
            </a:r>
          </a:p>
          <a:p>
            <a:pPr marL="628633" lvl="1" indent="-171450">
              <a:buFont typeface="Arial" panose="020B0604020202020204" pitchFamily="34" charset="0"/>
              <a:buChar char="•"/>
            </a:pPr>
            <a:r>
              <a:rPr lang="en-US" sz="1100" err="1">
                <a:latin typeface="+mj-lt"/>
                <a:ea typeface="Calibri" panose="020F0502020204030204" pitchFamily="34" charset="0"/>
                <a:cs typeface="Calibri" panose="020F0502020204030204" pitchFamily="34" charset="0"/>
              </a:rPr>
              <a:t>rpts</a:t>
            </a:r>
            <a:r>
              <a:rPr lang="en-US" sz="1100">
                <a:latin typeface="+mj-lt"/>
                <a:ea typeface="Calibri" panose="020F0502020204030204" pitchFamily="34" charset="0"/>
                <a:cs typeface="Calibri" panose="020F0502020204030204" pitchFamily="34" charset="0"/>
              </a:rPr>
              <a:t>/Tc*/</a:t>
            </a:r>
            <a:r>
              <a:rPr lang="en-US" sz="1100" err="1">
                <a:latin typeface="+mj-lt"/>
                <a:ea typeface="Calibri" panose="020F0502020204030204" pitchFamily="34" charset="0"/>
                <a:cs typeface="Calibri" panose="020F0502020204030204" pitchFamily="34" charset="0"/>
              </a:rPr>
              <a:t>fp_verification</a:t>
            </a:r>
            <a:r>
              <a:rPr lang="en-US" sz="1100">
                <a:latin typeface="+mj-lt"/>
                <a:ea typeface="Calibri" panose="020F0502020204030204" pitchFamily="34" charset="0"/>
                <a:cs typeface="Calibri" panose="020F0502020204030204" pitchFamily="34" charset="0"/>
              </a:rPr>
              <a:t>/</a:t>
            </a:r>
          </a:p>
          <a:p>
            <a:pPr marL="628633" lvl="1" indent="-171450">
              <a:buFont typeface="Arial" panose="020B0604020202020204" pitchFamily="34" charset="0"/>
              <a:buChar char="•"/>
            </a:pPr>
            <a:r>
              <a:rPr lang="en-US" sz="1100" err="1">
                <a:latin typeface="+mj-lt"/>
                <a:ea typeface="Calibri" panose="020F0502020204030204" pitchFamily="34" charset="0"/>
                <a:cs typeface="Calibri" panose="020F0502020204030204" pitchFamily="34" charset="0"/>
              </a:rPr>
              <a:t>rpts</a:t>
            </a:r>
            <a:r>
              <a:rPr lang="en-US" sz="1100">
                <a:latin typeface="+mj-lt"/>
                <a:ea typeface="Calibri" panose="020F0502020204030204" pitchFamily="34" charset="0"/>
                <a:cs typeface="Calibri" panose="020F0502020204030204" pitchFamily="34" charset="0"/>
              </a:rPr>
              <a:t>/Tc*/</a:t>
            </a:r>
            <a:r>
              <a:rPr lang="en-US" sz="1100" err="1">
                <a:latin typeface="+mj-lt"/>
                <a:ea typeface="Calibri" panose="020F0502020204030204" pitchFamily="34" charset="0"/>
                <a:cs typeface="Calibri" panose="020F0502020204030204" pitchFamily="34" charset="0"/>
              </a:rPr>
              <a:t>mcp_verification</a:t>
            </a:r>
            <a:r>
              <a:rPr lang="en-US" sz="1100">
                <a:latin typeface="+mj-lt"/>
                <a:ea typeface="Calibri" panose="020F0502020204030204" pitchFamily="34" charset="0"/>
                <a:cs typeface="Calibri" panose="020F0502020204030204" pitchFamily="34" charset="0"/>
              </a:rPr>
              <a:t>/</a:t>
            </a:r>
            <a:endParaRPr lang="en-US" sz="1100">
              <a:latin typeface="+mj-lt"/>
            </a:endParaRPr>
          </a:p>
          <a:p>
            <a:pPr marL="171450" indent="-171450">
              <a:buFont typeface="Arial" panose="020B0604020202020204" pitchFamily="34" charset="0"/>
              <a:buChar char="•"/>
            </a:pPr>
            <a:endParaRPr lang="en-US" sz="1100">
              <a:latin typeface="+mj-lt"/>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100" b="1" u="sng">
                <a:latin typeface="+mj-lt"/>
                <a:ea typeface="Calibri" panose="020F0502020204030204" pitchFamily="34" charset="0"/>
                <a:cs typeface="Calibri" panose="020F0502020204030204" pitchFamily="34" charset="0"/>
              </a:rPr>
              <a:t>SDC LINT CHECKS:</a:t>
            </a:r>
          </a:p>
          <a:p>
            <a:pPr marL="628633" lvl="1" indent="-171450">
              <a:buFont typeface="Arial" panose="020B0604020202020204" pitchFamily="34" charset="0"/>
              <a:buChar char="•"/>
            </a:pPr>
            <a:r>
              <a:rPr lang="en-US" sz="1100" err="1">
                <a:latin typeface="+mj-lt"/>
                <a:ea typeface="Calibri" panose="020F0502020204030204" pitchFamily="34" charset="0"/>
                <a:cs typeface="Calibri" panose="020F0502020204030204" pitchFamily="34" charset="0"/>
              </a:rPr>
              <a:t>rpts</a:t>
            </a:r>
            <a:r>
              <a:rPr lang="en-US" sz="1100">
                <a:latin typeface="+mj-lt"/>
                <a:ea typeface="Calibri" panose="020F0502020204030204" pitchFamily="34" charset="0"/>
                <a:cs typeface="Calibri" panose="020F0502020204030204" pitchFamily="34" charset="0"/>
              </a:rPr>
              <a:t>/Tc*/setup/</a:t>
            </a:r>
            <a:endParaRPr lang="en-US" sz="1100">
              <a:latin typeface="+mj-lt"/>
            </a:endParaRPr>
          </a:p>
          <a:p>
            <a:pPr marL="171450" indent="-171450">
              <a:buFont typeface="Arial" panose="020B0604020202020204" pitchFamily="34" charset="0"/>
              <a:buChar char="•"/>
            </a:pPr>
            <a:endParaRPr lang="en-US" sz="1100">
              <a:latin typeface="+mj-lt"/>
            </a:endParaRPr>
          </a:p>
        </p:txBody>
      </p:sp>
      <p:sp>
        <p:nvSpPr>
          <p:cNvPr id="24" name="Arrow: Curved Left 23">
            <a:extLst>
              <a:ext uri="{FF2B5EF4-FFF2-40B4-BE49-F238E27FC236}">
                <a16:creationId xmlns:a16="http://schemas.microsoft.com/office/drawing/2014/main" id="{403FF229-BBFA-F187-EF79-DB46F4F8F866}"/>
              </a:ext>
            </a:extLst>
          </p:cNvPr>
          <p:cNvSpPr/>
          <p:nvPr/>
        </p:nvSpPr>
        <p:spPr bwMode="auto">
          <a:xfrm>
            <a:off x="9234546" y="2461358"/>
            <a:ext cx="290367" cy="412500"/>
          </a:xfrm>
          <a:prstGeom prst="curvedLeftArrow">
            <a:avLst/>
          </a:prstGeom>
          <a:solidFill>
            <a:schemeClr val="accent6"/>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TextBox 4">
            <a:extLst>
              <a:ext uri="{FF2B5EF4-FFF2-40B4-BE49-F238E27FC236}">
                <a16:creationId xmlns:a16="http://schemas.microsoft.com/office/drawing/2014/main" id="{A10B723D-5806-E984-36DE-C5A06D3807C7}"/>
              </a:ext>
            </a:extLst>
          </p:cNvPr>
          <p:cNvSpPr txBox="1"/>
          <p:nvPr/>
        </p:nvSpPr>
        <p:spPr>
          <a:xfrm>
            <a:off x="10076726" y="3689145"/>
            <a:ext cx="2091968" cy="276999"/>
          </a:xfrm>
          <a:prstGeom prst="rect">
            <a:avLst/>
          </a:prstGeom>
          <a:noFill/>
          <a:ln>
            <a:solidFill>
              <a:schemeClr val="accent6"/>
            </a:solidFill>
          </a:ln>
        </p:spPr>
        <p:txBody>
          <a:bodyPr wrap="square">
            <a:spAutoFit/>
          </a:bodyPr>
          <a:lstStyle/>
          <a:p>
            <a:r>
              <a:rPr lang="en-US" sz="1200">
                <a:latin typeface="+mj-lt"/>
                <a:ea typeface="Calibri" panose="020F0502020204030204" pitchFamily="34" charset="0"/>
                <a:cs typeface="Calibri" panose="020F0502020204030204" pitchFamily="34" charset="0"/>
              </a:rPr>
              <a:t>-</a:t>
            </a:r>
            <a:r>
              <a:rPr lang="en-US" sz="1200" err="1">
                <a:latin typeface="+mj-lt"/>
                <a:ea typeface="Calibri" panose="020F0502020204030204" pitchFamily="34" charset="0"/>
                <a:cs typeface="Calibri" panose="020F0502020204030204" pitchFamily="34" charset="0"/>
              </a:rPr>
              <a:t>rpts</a:t>
            </a:r>
            <a:r>
              <a:rPr lang="en-US" sz="1200">
                <a:latin typeface="+mj-lt"/>
                <a:ea typeface="Calibri" panose="020F0502020204030204" pitchFamily="34" charset="0"/>
                <a:cs typeface="Calibri" panose="020F0502020204030204" pitchFamily="34" charset="0"/>
              </a:rPr>
              <a:t>/Tc*/setup/*mapped.sdc</a:t>
            </a:r>
            <a:endParaRPr lang="en-US" sz="1200">
              <a:latin typeface="+mj-lt"/>
            </a:endParaRPr>
          </a:p>
        </p:txBody>
      </p:sp>
      <p:pic>
        <p:nvPicPr>
          <p:cNvPr id="11" name="Picture 10">
            <a:extLst>
              <a:ext uri="{FF2B5EF4-FFF2-40B4-BE49-F238E27FC236}">
                <a16:creationId xmlns:a16="http://schemas.microsoft.com/office/drawing/2014/main" id="{756C850E-E1BE-BD6D-62BF-619FDFB91CE6}"/>
              </a:ext>
            </a:extLst>
          </p:cNvPr>
          <p:cNvPicPr>
            <a:picLocks noChangeAspect="1"/>
          </p:cNvPicPr>
          <p:nvPr/>
        </p:nvPicPr>
        <p:blipFill>
          <a:blip r:embed="rId2"/>
          <a:stretch>
            <a:fillRect/>
          </a:stretch>
        </p:blipFill>
        <p:spPr>
          <a:xfrm>
            <a:off x="182592" y="922750"/>
            <a:ext cx="5401511" cy="3736427"/>
          </a:xfrm>
          <a:prstGeom prst="rect">
            <a:avLst/>
          </a:prstGeom>
          <a:ln>
            <a:solidFill>
              <a:srgbClr val="D0F8BF"/>
            </a:solidFill>
          </a:ln>
        </p:spPr>
      </p:pic>
      <p:sp>
        <p:nvSpPr>
          <p:cNvPr id="14" name="Rectangle 13">
            <a:extLst>
              <a:ext uri="{FF2B5EF4-FFF2-40B4-BE49-F238E27FC236}">
                <a16:creationId xmlns:a16="http://schemas.microsoft.com/office/drawing/2014/main" id="{B8DDA12E-BBE9-3183-0F51-4A93D6B6FBF4}"/>
              </a:ext>
            </a:extLst>
          </p:cNvPr>
          <p:cNvSpPr/>
          <p:nvPr/>
        </p:nvSpPr>
        <p:spPr bwMode="auto">
          <a:xfrm>
            <a:off x="3347648" y="918324"/>
            <a:ext cx="2236455" cy="423284"/>
          </a:xfrm>
          <a:prstGeom prst="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1600">
                <a:gradFill>
                  <a:gsLst>
                    <a:gs pos="0">
                      <a:srgbClr val="FFFFFF"/>
                    </a:gs>
                    <a:gs pos="100000">
                      <a:srgbClr val="FFFFFF"/>
                    </a:gs>
                  </a:gsLst>
                  <a:lin ang="5400000" scaled="0"/>
                </a:gradFill>
                <a:ea typeface="Segoe UI" pitchFamily="34" charset="0"/>
                <a:cs typeface="Segoe UI" pitchFamily="34" charset="0"/>
              </a:rPr>
              <a:t>TileBuilder Console </a:t>
            </a:r>
          </a:p>
        </p:txBody>
      </p:sp>
      <p:sp>
        <p:nvSpPr>
          <p:cNvPr id="16" name="Rectangle 15">
            <a:extLst>
              <a:ext uri="{FF2B5EF4-FFF2-40B4-BE49-F238E27FC236}">
                <a16:creationId xmlns:a16="http://schemas.microsoft.com/office/drawing/2014/main" id="{BBB33A87-3E79-8498-1D71-B96DDA4A56CE}"/>
              </a:ext>
            </a:extLst>
          </p:cNvPr>
          <p:cNvSpPr/>
          <p:nvPr/>
        </p:nvSpPr>
        <p:spPr bwMode="auto">
          <a:xfrm>
            <a:off x="4054865" y="4076170"/>
            <a:ext cx="1311215" cy="511453"/>
          </a:xfrm>
          <a:prstGeom prst="rect">
            <a:avLst/>
          </a:prstGeom>
          <a:noFill/>
          <a:ln w="28575">
            <a:solidFill>
              <a:srgbClr val="00B0F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3" name="TextBox 22">
            <a:extLst>
              <a:ext uri="{FF2B5EF4-FFF2-40B4-BE49-F238E27FC236}">
                <a16:creationId xmlns:a16="http://schemas.microsoft.com/office/drawing/2014/main" id="{EE0A4424-4729-6EE1-78FC-57543F4F3DD8}"/>
              </a:ext>
            </a:extLst>
          </p:cNvPr>
          <p:cNvSpPr txBox="1"/>
          <p:nvPr/>
        </p:nvSpPr>
        <p:spPr>
          <a:xfrm>
            <a:off x="130412" y="5027521"/>
            <a:ext cx="11607244" cy="1384995"/>
          </a:xfrm>
          <a:prstGeom prst="rect">
            <a:avLst/>
          </a:prstGeom>
          <a:noFill/>
        </p:spPr>
        <p:txBody>
          <a:bodyPr wrap="square">
            <a:spAutoFit/>
          </a:bodyPr>
          <a:lstStyle/>
          <a:p>
            <a:pPr marL="742933" lvl="1" indent="-285750">
              <a:buFont typeface="Arial" panose="020B0604020202020204" pitchFamily="34" charset="0"/>
              <a:buChar char="•"/>
            </a:pPr>
            <a:r>
              <a:rPr lang="en-US" sz="1400">
                <a:solidFill>
                  <a:srgbClr val="F8F9FA"/>
                </a:solidFill>
                <a:latin typeface="+mj-lt"/>
              </a:rPr>
              <a:t>Constraints Lint refers to the verification of the contents of an SDC (Synopsys Design Constraints) file to flag situations where the specified constraints are either incorrect or incomplete. If not addressed, these issues could result in silicon failure.</a:t>
            </a:r>
          </a:p>
          <a:p>
            <a:pPr marL="742933" lvl="1" indent="-285750">
              <a:buFont typeface="Arial" panose="020B0604020202020204" pitchFamily="34" charset="0"/>
              <a:buChar char="•"/>
            </a:pPr>
            <a:r>
              <a:rPr lang="en-US" sz="1400">
                <a:solidFill>
                  <a:srgbClr val="F8F9FA"/>
                </a:solidFill>
                <a:latin typeface="+mj-lt"/>
              </a:rPr>
              <a:t>This flow reads the RTL (Register Transfer Level) synthesizable file list and input constraints. </a:t>
            </a:r>
          </a:p>
          <a:p>
            <a:pPr marL="742933" lvl="1" indent="-285750">
              <a:buFont typeface="Arial" panose="020B0604020202020204" pitchFamily="34" charset="0"/>
              <a:buChar char="•"/>
            </a:pPr>
            <a:r>
              <a:rPr lang="en-US" sz="1400">
                <a:solidFill>
                  <a:srgbClr val="F8F9FA"/>
                </a:solidFill>
                <a:latin typeface="+mj-lt"/>
              </a:rPr>
              <a:t>It then verifies various aspects such as clock constraints, case analysis, IO constraints, generated clocks, and timing exceptions. It generates System Verilog Assertions for all exception-failing paths, and generated clock failures. </a:t>
            </a:r>
          </a:p>
          <a:p>
            <a:pPr marL="742933" lvl="1" indent="-285750">
              <a:buFont typeface="Arial" panose="020B0604020202020204" pitchFamily="34" charset="0"/>
              <a:buChar char="•"/>
            </a:pPr>
            <a:r>
              <a:rPr lang="en-US" sz="1400">
                <a:solidFill>
                  <a:srgbClr val="F8F9FA"/>
                </a:solidFill>
                <a:latin typeface="+mj-lt"/>
              </a:rPr>
              <a:t>These generated assertions can be used for further verification in functional simulation.</a:t>
            </a:r>
          </a:p>
        </p:txBody>
      </p:sp>
    </p:spTree>
    <p:extLst>
      <p:ext uri="{BB962C8B-B14F-4D97-AF65-F5344CB8AC3E}">
        <p14:creationId xmlns:p14="http://schemas.microsoft.com/office/powerpoint/2010/main" val="3063128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10"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500"/>
                                        <p:tgtEl>
                                          <p:spTgt spid="4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9"/>
                                        </p:tgtEl>
                                        <p:attrNameLst>
                                          <p:attrName>style.visibility</p:attrName>
                                        </p:attrNameLst>
                                      </p:cBhvr>
                                      <p:to>
                                        <p:strVal val="visible"/>
                                      </p:to>
                                    </p:set>
                                    <p:animEffect transition="in" filter="fade">
                                      <p:cBhvr>
                                        <p:cTn id="46" dur="500"/>
                                        <p:tgtEl>
                                          <p:spTgt spid="4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par>
                                <p:cTn id="66" presetID="10" presetClass="entr" presetSubtype="0" fill="hold" grpId="0" nodeType="with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fade">
                                      <p:cBhvr>
                                        <p:cTn id="6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2" grpId="0" animBg="1"/>
      <p:bldP spid="15" grpId="0" animBg="1"/>
      <p:bldP spid="17" grpId="0"/>
      <p:bldP spid="18" grpId="0" animBg="1"/>
      <p:bldP spid="19" grpId="0" animBg="1"/>
      <p:bldP spid="20" grpId="0" animBg="1"/>
      <p:bldP spid="35" grpId="0" animBg="1"/>
      <p:bldP spid="45" grpId="0" animBg="1"/>
      <p:bldP spid="46" grpId="0" animBg="1"/>
      <p:bldP spid="47" grpId="0" animBg="1"/>
      <p:bldP spid="49" grpId="0" animBg="1"/>
      <p:bldP spid="50" grpId="0" animBg="1"/>
      <p:bldP spid="51" grpId="0" animBg="1"/>
      <p:bldP spid="55" grpId="0" animBg="1"/>
      <p:bldP spid="63" grpId="0"/>
      <p:bldP spid="2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 name="Text Placeholder 3">
            <a:extLst>
              <a:ext uri="{FF2B5EF4-FFF2-40B4-BE49-F238E27FC236}">
                <a16:creationId xmlns:a16="http://schemas.microsoft.com/office/drawing/2014/main" id="{27A4BBCD-0AA8-E2B5-017A-ABA7C0791DDC}"/>
              </a:ext>
            </a:extLst>
          </p:cNvPr>
          <p:cNvSpPr>
            <a:spLocks noGrp="1"/>
          </p:cNvSpPr>
          <p:nvPr>
            <p:ph type="body" sz="quarter" idx="10"/>
          </p:nvPr>
        </p:nvSpPr>
        <p:spPr>
          <a:xfrm>
            <a:off x="748103" y="2215700"/>
            <a:ext cx="3461588" cy="1049400"/>
          </a:xfrm>
        </p:spPr>
        <p:txBody>
          <a:bodyPr>
            <a:normAutofit/>
          </a:bodyPr>
          <a:lstStyle/>
          <a:p>
            <a:r>
              <a:rPr lang="en-US" sz="2800"/>
              <a:t>Technical Flow (RTL Constraint Check)</a:t>
            </a:r>
          </a:p>
        </p:txBody>
      </p:sp>
      <p:sp>
        <p:nvSpPr>
          <p:cNvPr id="23" name="TextBox 22">
            <a:extLst>
              <a:ext uri="{FF2B5EF4-FFF2-40B4-BE49-F238E27FC236}">
                <a16:creationId xmlns:a16="http://schemas.microsoft.com/office/drawing/2014/main" id="{6DBE026D-A819-BFED-BD67-6A9B288B9018}"/>
              </a:ext>
            </a:extLst>
          </p:cNvPr>
          <p:cNvSpPr txBox="1"/>
          <p:nvPr/>
        </p:nvSpPr>
        <p:spPr>
          <a:xfrm>
            <a:off x="5589038" y="901258"/>
            <a:ext cx="6955637" cy="5252976"/>
          </a:xfrm>
          <a:prstGeom prst="rect">
            <a:avLst/>
          </a:prstGeom>
          <a:noFill/>
        </p:spPr>
        <p:txBody>
          <a:bodyPr wrap="square">
            <a:spAutoFit/>
          </a:bodyPr>
          <a:lstStyle/>
          <a:p>
            <a:r>
              <a:rPr lang="en-US"/>
              <a:t>Step 1: Constraint Mapping </a:t>
            </a:r>
          </a:p>
          <a:p>
            <a:r>
              <a:rPr lang="en-US"/>
              <a:t>  └─&gt; Map SDC constraints</a:t>
            </a:r>
          </a:p>
          <a:p>
            <a:r>
              <a:rPr lang="en-US"/>
              <a:t>  └─&gt; Result: Check  mapping success</a:t>
            </a:r>
          </a:p>
          <a:p>
            <a:r>
              <a:rPr lang="en-US"/>
              <a:t>      ↓</a:t>
            </a:r>
          </a:p>
          <a:p>
            <a:r>
              <a:rPr lang="en-US"/>
              <a:t>Step 2: Database Creation </a:t>
            </a:r>
          </a:p>
          <a:p>
            <a:r>
              <a:rPr lang="en-US"/>
              <a:t>  └─&gt; Build TCM design database</a:t>
            </a:r>
          </a:p>
          <a:p>
            <a:r>
              <a:rPr lang="en-US"/>
              <a:t>  └─&gt; Extract structural hierarchy</a:t>
            </a:r>
          </a:p>
          <a:p>
            <a:r>
              <a:rPr lang="en-US"/>
              <a:t>      ↓</a:t>
            </a:r>
          </a:p>
          <a:p>
            <a:r>
              <a:rPr lang="en-US"/>
              <a:t>Step 3: Clock Setup Verification </a:t>
            </a:r>
          </a:p>
          <a:p>
            <a:r>
              <a:rPr lang="en-US"/>
              <a:t>  └─&gt; Verify clock definitions</a:t>
            </a:r>
          </a:p>
          <a:p>
            <a:r>
              <a:rPr lang="en-US"/>
              <a:t>  └─&gt; Check clock relationships</a:t>
            </a:r>
          </a:p>
          <a:p>
            <a:r>
              <a:rPr lang="en-US"/>
              <a:t>  └─&gt; Result: Check warnings identified</a:t>
            </a:r>
          </a:p>
          <a:p>
            <a:r>
              <a:rPr lang="en-US"/>
              <a:t>      ↓</a:t>
            </a:r>
          </a:p>
          <a:p>
            <a:r>
              <a:rPr lang="en-US"/>
              <a:t>Step 4: Generated Clock Verification </a:t>
            </a:r>
          </a:p>
          <a:p>
            <a:r>
              <a:rPr lang="en-US"/>
              <a:t>  └─&gt; Formal verification of clocks</a:t>
            </a:r>
          </a:p>
          <a:p>
            <a:r>
              <a:rPr lang="en-US"/>
              <a:t>  └─&gt; Result: pass rate</a:t>
            </a:r>
          </a:p>
          <a:p>
            <a:r>
              <a:rPr lang="en-US"/>
              <a:t>      ↓</a:t>
            </a:r>
          </a:p>
          <a:p>
            <a:r>
              <a:rPr lang="en-US"/>
              <a:t>Step 5: Report Generation &amp; Metrics</a:t>
            </a:r>
          </a:p>
          <a:p>
            <a:r>
              <a:rPr lang="en-US"/>
              <a:t>  └─&gt; HTML reports, CSV metrics, TCM validation</a:t>
            </a:r>
          </a:p>
        </p:txBody>
      </p:sp>
    </p:spTree>
    <p:extLst>
      <p:ext uri="{BB962C8B-B14F-4D97-AF65-F5344CB8AC3E}">
        <p14:creationId xmlns:p14="http://schemas.microsoft.com/office/powerpoint/2010/main" val="51188465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8D4B3-F870-33C3-159C-91DAC092E238}"/>
              </a:ext>
            </a:extLst>
          </p:cNvPr>
          <p:cNvSpPr>
            <a:spLocks noGrp="1"/>
          </p:cNvSpPr>
          <p:nvPr>
            <p:ph type="title"/>
          </p:nvPr>
        </p:nvSpPr>
        <p:spPr>
          <a:xfrm>
            <a:off x="338097" y="408910"/>
            <a:ext cx="11018520" cy="430887"/>
          </a:xfrm>
        </p:spPr>
        <p:txBody>
          <a:bodyPr/>
          <a:lstStyle/>
          <a:p>
            <a:r>
              <a:rPr lang="en-US"/>
              <a:t>TCM OUTPUT (s)</a:t>
            </a:r>
          </a:p>
        </p:txBody>
      </p:sp>
      <p:graphicFrame>
        <p:nvGraphicFramePr>
          <p:cNvPr id="4" name="Content Placeholder 3">
            <a:extLst>
              <a:ext uri="{FF2B5EF4-FFF2-40B4-BE49-F238E27FC236}">
                <a16:creationId xmlns:a16="http://schemas.microsoft.com/office/drawing/2014/main" id="{5A9A31FF-B050-7E4B-3569-FD0B2B8BCBBA}"/>
              </a:ext>
            </a:extLst>
          </p:cNvPr>
          <p:cNvGraphicFramePr>
            <a:graphicFrameLocks noGrp="1"/>
          </p:cNvGraphicFramePr>
          <p:nvPr>
            <p:ph sz="quarter" idx="10"/>
            <p:extLst>
              <p:ext uri="{D42A27DB-BD31-4B8C-83A1-F6EECF244321}">
                <p14:modId xmlns:p14="http://schemas.microsoft.com/office/powerpoint/2010/main" val="2826325916"/>
              </p:ext>
            </p:extLst>
          </p:nvPr>
        </p:nvGraphicFramePr>
        <p:xfrm>
          <a:off x="338097" y="965975"/>
          <a:ext cx="11346583" cy="5337117"/>
        </p:xfrm>
        <a:graphic>
          <a:graphicData uri="http://schemas.openxmlformats.org/drawingml/2006/table">
            <a:tbl>
              <a:tblPr>
                <a:tableStyleId>{2D5ABB26-0587-4C30-8999-92F81FD0307C}</a:tableStyleId>
              </a:tblPr>
              <a:tblGrid>
                <a:gridCol w="977088">
                  <a:extLst>
                    <a:ext uri="{9D8B030D-6E8A-4147-A177-3AD203B41FA5}">
                      <a16:colId xmlns:a16="http://schemas.microsoft.com/office/drawing/2014/main" val="2780536145"/>
                    </a:ext>
                  </a:extLst>
                </a:gridCol>
                <a:gridCol w="5220922">
                  <a:extLst>
                    <a:ext uri="{9D8B030D-6E8A-4147-A177-3AD203B41FA5}">
                      <a16:colId xmlns:a16="http://schemas.microsoft.com/office/drawing/2014/main" val="313109785"/>
                    </a:ext>
                  </a:extLst>
                </a:gridCol>
                <a:gridCol w="1251725">
                  <a:extLst>
                    <a:ext uri="{9D8B030D-6E8A-4147-A177-3AD203B41FA5}">
                      <a16:colId xmlns:a16="http://schemas.microsoft.com/office/drawing/2014/main" val="1518881277"/>
                    </a:ext>
                  </a:extLst>
                </a:gridCol>
                <a:gridCol w="3854798">
                  <a:extLst>
                    <a:ext uri="{9D8B030D-6E8A-4147-A177-3AD203B41FA5}">
                      <a16:colId xmlns:a16="http://schemas.microsoft.com/office/drawing/2014/main" val="1898021024"/>
                    </a:ext>
                  </a:extLst>
                </a:gridCol>
                <a:gridCol w="42050">
                  <a:extLst>
                    <a:ext uri="{9D8B030D-6E8A-4147-A177-3AD203B41FA5}">
                      <a16:colId xmlns:a16="http://schemas.microsoft.com/office/drawing/2014/main" val="387680050"/>
                    </a:ext>
                  </a:extLst>
                </a:gridCol>
              </a:tblGrid>
              <a:tr h="0">
                <a:tc>
                  <a:txBody>
                    <a:bodyPr/>
                    <a:lstStyle/>
                    <a:p>
                      <a:pPr algn="l" fontAlgn="b">
                        <a:buNone/>
                      </a:pPr>
                      <a:r>
                        <a:rPr lang="en-US" sz="1100" b="1" u="none" strike="noStrike">
                          <a:effectLst/>
                        </a:rPr>
                        <a:t>Directory</a:t>
                      </a:r>
                      <a:endParaRPr lang="en-US" sz="1100" b="1" i="0" u="none" strike="noStrike">
                        <a:solidFill>
                          <a:srgbClr val="000000"/>
                        </a:solidFill>
                        <a:effectLst/>
                        <a:latin typeface="Arial" panose="020B0604020202020204" pitchFamily="34" charset="0"/>
                      </a:endParaRPr>
                    </a:p>
                  </a:txBody>
                  <a:tcPr marL="8325" marR="8325" marT="8325" marB="0" anchor="b">
                    <a:lnT w="12700" cap="flat" cmpd="sng" algn="ctr">
                      <a:solidFill>
                        <a:schemeClr val="tx1"/>
                      </a:solidFill>
                      <a:prstDash val="solid"/>
                      <a:round/>
                      <a:headEnd type="none" w="med" len="med"/>
                      <a:tailEnd type="none" w="med" len="med"/>
                    </a:lnT>
                    <a:solidFill>
                      <a:schemeClr val="bg2"/>
                    </a:solidFill>
                  </a:tcPr>
                </a:tc>
                <a:tc>
                  <a:txBody>
                    <a:bodyPr/>
                    <a:lstStyle/>
                    <a:p>
                      <a:pPr algn="l" fontAlgn="b">
                        <a:buNone/>
                      </a:pPr>
                      <a:r>
                        <a:rPr lang="en-US" sz="1100" b="1" u="none" strike="noStrike">
                          <a:effectLst/>
                        </a:rPr>
                        <a:t>File Name</a:t>
                      </a:r>
                      <a:endParaRPr lang="en-US" sz="1100" b="1" i="0" u="none" strike="noStrike">
                        <a:solidFill>
                          <a:srgbClr val="000000"/>
                        </a:solidFill>
                        <a:effectLst/>
                        <a:latin typeface="Arial" panose="020B0604020202020204" pitchFamily="34" charset="0"/>
                      </a:endParaRPr>
                    </a:p>
                  </a:txBody>
                  <a:tcPr marL="8325" marR="8325" marT="8325" marB="0" anchor="b">
                    <a:lnT w="12700" cap="flat" cmpd="sng" algn="ctr">
                      <a:solidFill>
                        <a:schemeClr val="tx1"/>
                      </a:solidFill>
                      <a:prstDash val="solid"/>
                      <a:round/>
                      <a:headEnd type="none" w="med" len="med"/>
                      <a:tailEnd type="none" w="med" len="med"/>
                    </a:lnT>
                    <a:solidFill>
                      <a:schemeClr val="bg2"/>
                    </a:solidFill>
                  </a:tcPr>
                </a:tc>
                <a:tc>
                  <a:txBody>
                    <a:bodyPr/>
                    <a:lstStyle/>
                    <a:p>
                      <a:pPr algn="l" fontAlgn="b">
                        <a:buNone/>
                      </a:pPr>
                      <a:r>
                        <a:rPr lang="en-US" sz="1100" b="1" u="none" strike="noStrike">
                          <a:effectLst/>
                        </a:rPr>
                        <a:t>File Type</a:t>
                      </a:r>
                      <a:endParaRPr lang="en-US" sz="1100" b="1" i="0" u="none" strike="noStrike">
                        <a:solidFill>
                          <a:srgbClr val="000000"/>
                        </a:solidFill>
                        <a:effectLst/>
                        <a:latin typeface="Arial" panose="020B0604020202020204" pitchFamily="34" charset="0"/>
                      </a:endParaRPr>
                    </a:p>
                  </a:txBody>
                  <a:tcPr marL="8325" marR="8325" marT="8325" marB="0" anchor="b">
                    <a:lnT w="12700" cap="flat" cmpd="sng" algn="ctr">
                      <a:solidFill>
                        <a:schemeClr val="tx1"/>
                      </a:solidFill>
                      <a:prstDash val="solid"/>
                      <a:round/>
                      <a:headEnd type="none" w="med" len="med"/>
                      <a:tailEnd type="none" w="med" len="med"/>
                    </a:lnT>
                    <a:solidFill>
                      <a:schemeClr val="bg2"/>
                    </a:solidFill>
                  </a:tcPr>
                </a:tc>
                <a:tc>
                  <a:txBody>
                    <a:bodyPr/>
                    <a:lstStyle/>
                    <a:p>
                      <a:pPr algn="l" fontAlgn="b">
                        <a:buNone/>
                      </a:pPr>
                      <a:r>
                        <a:rPr lang="en-US" sz="1100" b="1" u="none" strike="noStrike">
                          <a:effectLst/>
                        </a:rPr>
                        <a:t>Summary</a:t>
                      </a:r>
                      <a:endParaRPr lang="en-US" sz="1100" b="1" i="0" u="none" strike="noStrike">
                        <a:solidFill>
                          <a:srgbClr val="000000"/>
                        </a:solidFill>
                        <a:effectLst/>
                        <a:latin typeface="Arial" panose="020B0604020202020204" pitchFamily="34" charset="0"/>
                      </a:endParaRPr>
                    </a:p>
                  </a:txBody>
                  <a:tcPr marL="8325" marR="8325" marT="8325" marB="0" anchor="b">
                    <a:lnT w="12700" cap="flat" cmpd="sng" algn="ctr">
                      <a:solidFill>
                        <a:schemeClr val="tx1"/>
                      </a:solidFill>
                      <a:prstDash val="solid"/>
                      <a:round/>
                      <a:headEnd type="none" w="med" len="med"/>
                      <a:tailEnd type="none" w="med" len="med"/>
                    </a:lnT>
                    <a:solidFill>
                      <a:schemeClr val="bg2"/>
                    </a:solidFill>
                  </a:tcPr>
                </a:tc>
                <a:tc>
                  <a:txBody>
                    <a:bodyPr/>
                    <a:lstStyle/>
                    <a:p>
                      <a:pPr algn="ctr" fontAlgn="b">
                        <a:buNone/>
                      </a:pPr>
                      <a:endParaRPr lang="en-US" sz="1100" b="0" i="0" u="none" strike="noStrike">
                        <a:solidFill>
                          <a:srgbClr val="000000"/>
                        </a:solidFill>
                        <a:effectLst/>
                        <a:latin typeface="Arial" panose="020B0604020202020204" pitchFamily="34" charset="0"/>
                      </a:endParaRPr>
                    </a:p>
                  </a:txBody>
                  <a:tcPr marL="8325" marR="8325" marT="8325" marB="0" anchor="b">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3883998201"/>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README</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Documentation</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Flow documentation describing verification and generation procedures for TCM  constraint checking</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4179594571"/>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err="1">
                          <a:effectLst/>
                        </a:rPr>
                        <a:t>ft_stats.rpt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Summary Report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Consolidated runtime summary and verification metrics across all constraint checking phases</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478344529"/>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ft_stats.html</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Summary Report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Interactive HTML dashboard for browsing all verification results in web browser</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2183838631"/>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ft_stats.csv</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Summary Report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Machine-readable CSV format of runtime and verification statistics for automated tracking</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4115734112"/>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err="1">
                          <a:effectLst/>
                        </a:rPr>
                        <a:t>setup_issues.rpt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Issue Report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Comprehensive listing of RTL issues SDC parsing warnings and constraint setup problems</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810726796"/>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err="1">
                          <a:effectLst/>
                        </a:rPr>
                        <a:t>tcm_constraints_check.json</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Compliance Report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TCM validation status with pass/fail metrics for timing exceptions and methodology compliance</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3242673367"/>
                  </a:ext>
                </a:extLst>
              </a:tr>
              <a:tr h="158184">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tunesource_sourced_file_list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Log</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Log of all tune files sourced during verification run</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842664078"/>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err="1">
                          <a:effectLst/>
                        </a:rPr>
                        <a:t>generate_all</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Executable</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Master executable script to run all constraint generation steps</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1196540374"/>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err="1">
                          <a:effectLst/>
                        </a:rPr>
                        <a:t>generate_summary</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Executable</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Script to compile final summary report from all verification runs</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1024835915"/>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err="1">
                          <a:effectLst/>
                        </a:rPr>
                        <a:t>verify_all</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Executable</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Master executable script to run all verification steps including mapping and exception checking</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2803169948"/>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ogmatic-Static_Timing.Constraint.csv.gz</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Database Export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Compressed database export of all timing constraints for OGMATIC metrics tracking</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601186881"/>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ogmatic-Static_Timing.Constraint_Validation_Violations.csv.gz</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Database Export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Comprehensive database of all constraint validation violations</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3481849124"/>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ogmatic-Static_Timing.Constraint_Validation_Violations_Waiver.csv.gz</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Database Export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Database of waived violations with justification metadata</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1973096803"/>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ogmatic-TileBuilder.Jobstats.csv.gz</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Database Export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Job execution statistics including runtime and resource utilization</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3329193050"/>
                  </a:ext>
                </a:extLst>
              </a:tr>
              <a:tr h="301383">
                <a:tc>
                  <a:txBody>
                    <a:bodyPr/>
                    <a:lstStyle/>
                    <a:p>
                      <a:pPr algn="l" fontAlgn="b">
                        <a:buNone/>
                      </a:pPr>
                      <a:r>
                        <a:rPr lang="en-US" sz="1100" u="none" strike="noStrike">
                          <a:effectLst/>
                        </a:rPr>
                        <a:t>ROOT</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ogmatic-TileBuilder.Jobstats_Features.csv.gz</a:t>
                      </a:r>
                      <a:endParaRPr lang="en-US" sz="1100" b="0" i="0" u="none" strike="noStrike">
                        <a:solidFill>
                          <a:srgbClr val="000000"/>
                        </a:solidFill>
                        <a:effectLst/>
                        <a:latin typeface="Arial" panose="020B0604020202020204" pitchFamily="34" charset="0"/>
                      </a:endParaRPr>
                    </a:p>
                  </a:txBody>
                  <a:tcPr marL="8325" marR="8325" marT="8325" marB="0" anchor="b"/>
                </a:tc>
                <a:tc>
                  <a:txBody>
                    <a:bodyPr/>
                    <a:lstStyle/>
                    <a:p>
                      <a:pPr algn="l" fontAlgn="b">
                        <a:buNone/>
                      </a:pPr>
                      <a:r>
                        <a:rPr lang="en-US" sz="1100" u="none" strike="noStrike">
                          <a:effectLst/>
                        </a:rPr>
                        <a:t>Database Export</a:t>
                      </a:r>
                      <a:endParaRPr lang="en-US" sz="1100" b="0" i="0" u="none" strike="noStrike">
                        <a:solidFill>
                          <a:srgbClr val="000000"/>
                        </a:solidFill>
                        <a:effectLst/>
                        <a:latin typeface="Arial" panose="020B0604020202020204" pitchFamily="34" charset="0"/>
                      </a:endParaRPr>
                    </a:p>
                  </a:txBody>
                  <a:tcPr marL="8325" marR="8325" marT="8325" marB="0" anchor="b"/>
                </a:tc>
                <a:tc gridSpan="2">
                  <a:txBody>
                    <a:bodyPr/>
                    <a:lstStyle/>
                    <a:p>
                      <a:pPr algn="l" fontAlgn="b">
                        <a:buNone/>
                      </a:pPr>
                      <a:r>
                        <a:rPr lang="en-US" sz="1100" u="none" strike="noStrike">
                          <a:effectLst/>
                        </a:rPr>
                        <a:t>Feature-level execution metrics for </a:t>
                      </a:r>
                      <a:r>
                        <a:rPr lang="en-US" sz="1100" u="none" strike="noStrike" err="1">
                          <a:effectLst/>
                        </a:rPr>
                        <a:t>TileBuilder</a:t>
                      </a:r>
                      <a:r>
                        <a:rPr lang="en-US" sz="1100" u="none" strike="noStrike">
                          <a:effectLst/>
                        </a:rPr>
                        <a:t> performance analysis</a:t>
                      </a:r>
                      <a:endParaRPr lang="en-US" sz="1100" b="0" i="0" u="none" strike="noStrike">
                        <a:solidFill>
                          <a:srgbClr val="000000"/>
                        </a:solidFill>
                        <a:effectLst/>
                        <a:latin typeface="Arial" panose="020B0604020202020204" pitchFamily="34" charset="0"/>
                      </a:endParaRPr>
                    </a:p>
                  </a:txBody>
                  <a:tcPr marL="8325" marR="8325" marT="8325" marB="0" anchor="b"/>
                </a:tc>
                <a:tc hMerge="1">
                  <a:txBody>
                    <a:bodyPr/>
                    <a:lstStyle/>
                    <a:p>
                      <a:endParaRPr lang="en-US"/>
                    </a:p>
                  </a:txBody>
                  <a:tcPr/>
                </a:tc>
                <a:extLst>
                  <a:ext uri="{0D108BD9-81ED-4DB2-BD59-A6C34878D82A}">
                    <a16:rowId xmlns:a16="http://schemas.microsoft.com/office/drawing/2014/main" val="3722694048"/>
                  </a:ext>
                </a:extLst>
              </a:tr>
              <a:tr h="301383">
                <a:tc>
                  <a:txBody>
                    <a:bodyPr/>
                    <a:lstStyle/>
                    <a:p>
                      <a:pPr algn="l" fontAlgn="b">
                        <a:buNone/>
                      </a:pPr>
                      <a:r>
                        <a:rPr lang="en-US" sz="1100" u="none" strike="noStrike">
                          <a:effectLst/>
                        </a:rPr>
                        <a:t>ft_stats_issues</a:t>
                      </a:r>
                      <a:endParaRPr lang="en-US" sz="1100" b="0" i="0" u="none" strike="noStrike">
                        <a:solidFill>
                          <a:srgbClr val="000000"/>
                        </a:solidFill>
                        <a:effectLst/>
                        <a:latin typeface="Arial" panose="020B0604020202020204" pitchFamily="34" charset="0"/>
                      </a:endParaRPr>
                    </a:p>
                  </a:txBody>
                  <a:tcPr marL="8325" marR="8325" marT="832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clock_warnings.csv</a:t>
                      </a:r>
                      <a:endParaRPr lang="en-US" sz="1100" b="0" i="0" u="none" strike="noStrike">
                        <a:solidFill>
                          <a:srgbClr val="000000"/>
                        </a:solidFill>
                        <a:effectLst/>
                        <a:latin typeface="Arial" panose="020B0604020202020204" pitchFamily="34" charset="0"/>
                      </a:endParaRPr>
                    </a:p>
                  </a:txBody>
                  <a:tcPr marL="8325" marR="8325" marT="832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100" u="none" strike="noStrike">
                          <a:effectLst/>
                        </a:rPr>
                        <a:t>Issue Report</a:t>
                      </a:r>
                      <a:endParaRPr lang="en-US" sz="1100" b="0" i="0" u="none" strike="noStrike">
                        <a:solidFill>
                          <a:srgbClr val="000000"/>
                        </a:solidFill>
                        <a:effectLst/>
                        <a:latin typeface="Arial" panose="020B0604020202020204" pitchFamily="34" charset="0"/>
                      </a:endParaRPr>
                    </a:p>
                  </a:txBody>
                  <a:tcPr marL="8325" marR="8325" marT="8325" marB="0" anchor="b">
                    <a:lnB w="12700" cap="flat" cmpd="sng" algn="ctr">
                      <a:solidFill>
                        <a:schemeClr val="tx1"/>
                      </a:solidFill>
                      <a:prstDash val="solid"/>
                      <a:round/>
                      <a:headEnd type="none" w="med" len="med"/>
                      <a:tailEnd type="none" w="med" len="med"/>
                    </a:lnB>
                  </a:tcPr>
                </a:tc>
                <a:tc gridSpan="2">
                  <a:txBody>
                    <a:bodyPr/>
                    <a:lstStyle/>
                    <a:p>
                      <a:pPr algn="l" fontAlgn="b">
                        <a:buNone/>
                      </a:pPr>
                      <a:r>
                        <a:rPr lang="en-US" sz="1100" u="none" strike="noStrike">
                          <a:effectLst/>
                        </a:rPr>
                        <a:t>Comprehensive listing of all clock-related warnings from setup verification</a:t>
                      </a:r>
                      <a:endParaRPr lang="en-US" sz="1100" b="0" i="0" u="none" strike="noStrike">
                        <a:solidFill>
                          <a:srgbClr val="000000"/>
                        </a:solidFill>
                        <a:effectLst/>
                        <a:latin typeface="Arial" panose="020B0604020202020204" pitchFamily="34" charset="0"/>
                      </a:endParaRPr>
                    </a:p>
                  </a:txBody>
                  <a:tcPr marL="8325" marR="8325" marT="8325" marB="0" anchor="b">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457307245"/>
                  </a:ext>
                </a:extLst>
              </a:tr>
            </a:tbl>
          </a:graphicData>
        </a:graphic>
      </p:graphicFrame>
      <p:sp>
        <p:nvSpPr>
          <p:cNvPr id="5" name="Rectangle 4">
            <a:extLst>
              <a:ext uri="{FF2B5EF4-FFF2-40B4-BE49-F238E27FC236}">
                <a16:creationId xmlns:a16="http://schemas.microsoft.com/office/drawing/2014/main" id="{797220AE-BAFF-11AF-4E04-2EC9D9F14D8D}"/>
              </a:ext>
            </a:extLst>
          </p:cNvPr>
          <p:cNvSpPr/>
          <p:nvPr/>
        </p:nvSpPr>
        <p:spPr bwMode="auto">
          <a:xfrm>
            <a:off x="68094" y="1517904"/>
            <a:ext cx="11864826" cy="1527048"/>
          </a:xfrm>
          <a:prstGeom prst="rect">
            <a:avLst/>
          </a:prstGeom>
          <a:noFill/>
          <a:ln w="28575">
            <a:solidFill>
              <a:schemeClr val="accent4"/>
            </a:solidFill>
            <a:prstDash val="dash"/>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1247917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B14D4-E39B-D95F-F91C-BDC2513076D0}"/>
              </a:ext>
            </a:extLst>
          </p:cNvPr>
          <p:cNvSpPr>
            <a:spLocks noGrp="1"/>
          </p:cNvSpPr>
          <p:nvPr>
            <p:ph type="title"/>
          </p:nvPr>
        </p:nvSpPr>
        <p:spPr>
          <a:xfrm>
            <a:off x="586740" y="354046"/>
            <a:ext cx="11018520" cy="430887"/>
          </a:xfrm>
        </p:spPr>
        <p:txBody>
          <a:bodyPr wrap="square" anchor="t">
            <a:normAutofit/>
          </a:bodyPr>
          <a:lstStyle/>
          <a:p>
            <a:r>
              <a:rPr lang="en-US"/>
              <a:t>CONTD…</a:t>
            </a:r>
          </a:p>
        </p:txBody>
      </p:sp>
      <p:graphicFrame>
        <p:nvGraphicFramePr>
          <p:cNvPr id="7" name="Content Placeholder 6">
            <a:extLst>
              <a:ext uri="{FF2B5EF4-FFF2-40B4-BE49-F238E27FC236}">
                <a16:creationId xmlns:a16="http://schemas.microsoft.com/office/drawing/2014/main" id="{402D08B1-4D9B-6175-FFFD-5647F996FFC9}"/>
              </a:ext>
            </a:extLst>
          </p:cNvPr>
          <p:cNvGraphicFramePr>
            <a:graphicFrameLocks noGrp="1"/>
          </p:cNvGraphicFramePr>
          <p:nvPr>
            <p:ph sz="quarter" idx="12"/>
            <p:extLst>
              <p:ext uri="{D42A27DB-BD31-4B8C-83A1-F6EECF244321}">
                <p14:modId xmlns:p14="http://schemas.microsoft.com/office/powerpoint/2010/main" val="1364553183"/>
              </p:ext>
            </p:extLst>
          </p:nvPr>
        </p:nvGraphicFramePr>
        <p:xfrm>
          <a:off x="812881" y="926091"/>
          <a:ext cx="11018520" cy="5595082"/>
        </p:xfrm>
        <a:graphic>
          <a:graphicData uri="http://schemas.openxmlformats.org/drawingml/2006/table">
            <a:tbl>
              <a:tblPr>
                <a:tableStyleId>{2D5ABB26-0587-4C30-8999-92F81FD0307C}</a:tableStyleId>
              </a:tblPr>
              <a:tblGrid>
                <a:gridCol w="956481">
                  <a:extLst>
                    <a:ext uri="{9D8B030D-6E8A-4147-A177-3AD203B41FA5}">
                      <a16:colId xmlns:a16="http://schemas.microsoft.com/office/drawing/2014/main" val="3800495109"/>
                    </a:ext>
                  </a:extLst>
                </a:gridCol>
                <a:gridCol w="3001003">
                  <a:extLst>
                    <a:ext uri="{9D8B030D-6E8A-4147-A177-3AD203B41FA5}">
                      <a16:colId xmlns:a16="http://schemas.microsoft.com/office/drawing/2014/main" val="929869425"/>
                    </a:ext>
                  </a:extLst>
                </a:gridCol>
                <a:gridCol w="1463935">
                  <a:extLst>
                    <a:ext uri="{9D8B030D-6E8A-4147-A177-3AD203B41FA5}">
                      <a16:colId xmlns:a16="http://schemas.microsoft.com/office/drawing/2014/main" val="810961218"/>
                    </a:ext>
                  </a:extLst>
                </a:gridCol>
                <a:gridCol w="5597101">
                  <a:extLst>
                    <a:ext uri="{9D8B030D-6E8A-4147-A177-3AD203B41FA5}">
                      <a16:colId xmlns:a16="http://schemas.microsoft.com/office/drawing/2014/main" val="3687041794"/>
                    </a:ext>
                  </a:extLst>
                </a:gridCol>
              </a:tblGrid>
              <a:tr h="129517">
                <a:tc>
                  <a:txBody>
                    <a:bodyPr/>
                    <a:lstStyle/>
                    <a:p>
                      <a:pPr algn="l" fontAlgn="b">
                        <a:buNone/>
                      </a:pPr>
                      <a:r>
                        <a:rPr lang="en-US" sz="1050" u="none" strike="noStrike">
                          <a:effectLst/>
                        </a:rPr>
                        <a:t>Directory</a:t>
                      </a:r>
                      <a:endParaRPr lang="en-US" sz="1050" b="0" i="0" u="none" strike="noStrike">
                        <a:solidFill>
                          <a:srgbClr val="000000"/>
                        </a:solidFill>
                        <a:effectLst/>
                        <a:latin typeface="Arial" panose="020B0604020202020204" pitchFamily="34" charset="0"/>
                      </a:endParaRPr>
                    </a:p>
                  </a:txBody>
                  <a:tcPr marL="2719" marR="2719" marT="2719" marB="0" anchor="b">
                    <a:solidFill>
                      <a:schemeClr val="bg2"/>
                    </a:solidFill>
                  </a:tcPr>
                </a:tc>
                <a:tc>
                  <a:txBody>
                    <a:bodyPr/>
                    <a:lstStyle/>
                    <a:p>
                      <a:pPr algn="l" fontAlgn="b">
                        <a:buNone/>
                      </a:pPr>
                      <a:r>
                        <a:rPr lang="en-US" sz="1050" u="none" strike="noStrike">
                          <a:effectLst/>
                        </a:rPr>
                        <a:t>File Name</a:t>
                      </a:r>
                      <a:endParaRPr lang="en-US" sz="1050" b="0" i="0" u="none" strike="noStrike">
                        <a:solidFill>
                          <a:srgbClr val="000000"/>
                        </a:solidFill>
                        <a:effectLst/>
                        <a:latin typeface="Arial" panose="020B0604020202020204" pitchFamily="34" charset="0"/>
                      </a:endParaRPr>
                    </a:p>
                  </a:txBody>
                  <a:tcPr marL="2719" marR="2719" marT="2719" marB="0" anchor="b">
                    <a:solidFill>
                      <a:schemeClr val="bg2"/>
                    </a:solidFill>
                  </a:tcPr>
                </a:tc>
                <a:tc>
                  <a:txBody>
                    <a:bodyPr/>
                    <a:lstStyle/>
                    <a:p>
                      <a:pPr algn="l" fontAlgn="b">
                        <a:buNone/>
                      </a:pPr>
                      <a:r>
                        <a:rPr lang="en-US" sz="1050" u="none" strike="noStrike">
                          <a:effectLst/>
                        </a:rPr>
                        <a:t>File Type</a:t>
                      </a:r>
                      <a:endParaRPr lang="en-US" sz="1050" b="0" i="0" u="none" strike="noStrike">
                        <a:solidFill>
                          <a:srgbClr val="000000"/>
                        </a:solidFill>
                        <a:effectLst/>
                        <a:latin typeface="Arial" panose="020B0604020202020204" pitchFamily="34" charset="0"/>
                      </a:endParaRPr>
                    </a:p>
                  </a:txBody>
                  <a:tcPr marL="2719" marR="2719" marT="2719" marB="0" anchor="b">
                    <a:solidFill>
                      <a:schemeClr val="bg2"/>
                    </a:solidFill>
                  </a:tcPr>
                </a:tc>
                <a:tc>
                  <a:txBody>
                    <a:bodyPr/>
                    <a:lstStyle/>
                    <a:p>
                      <a:pPr algn="l" fontAlgn="b">
                        <a:buNone/>
                      </a:pPr>
                      <a:r>
                        <a:rPr lang="en-US" sz="1050" u="none" strike="noStrike">
                          <a:effectLst/>
                        </a:rPr>
                        <a:t>Summary</a:t>
                      </a:r>
                      <a:endParaRPr lang="en-US" sz="1050" b="0" i="0" u="none" strike="noStrike">
                        <a:solidFill>
                          <a:srgbClr val="000000"/>
                        </a:solidFill>
                        <a:effectLst/>
                        <a:latin typeface="Arial" panose="020B0604020202020204" pitchFamily="34" charset="0"/>
                      </a:endParaRPr>
                    </a:p>
                  </a:txBody>
                  <a:tcPr marL="2719" marR="2719" marT="2719" marB="0" anchor="b">
                    <a:solidFill>
                      <a:schemeClr val="bg2"/>
                    </a:solidFill>
                  </a:tcPr>
                </a:tc>
                <a:extLst>
                  <a:ext uri="{0D108BD9-81ED-4DB2-BD59-A6C34878D82A}">
                    <a16:rowId xmlns:a16="http://schemas.microsoft.com/office/drawing/2014/main" val="1272470392"/>
                  </a:ext>
                </a:extLst>
              </a:tr>
              <a:tr h="210394">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Syn.Constraints.all.mapped.sdc</a:t>
                      </a:r>
                      <a:endParaRPr lang="en-US" sz="1050" b="0" i="0" u="none" strike="noStrike">
                        <a:solidFill>
                          <a:srgbClr val="000000"/>
                        </a:solidFill>
                        <a:effectLst/>
                        <a:latin typeface="Arial" panose="020B0604020202020204" pitchFamily="34" charset="0"/>
                      </a:endParaRPr>
                    </a:p>
                  </a:txBody>
                  <a:tcPr marL="2719" marR="2719" marT="2719" marB="0" anchor="b">
                    <a:lnB w="12700" cap="flat" cmpd="sng" algn="ctr">
                      <a:solidFill>
                        <a:schemeClr val="tx1"/>
                      </a:solidFill>
                      <a:prstDash val="solid"/>
                      <a:round/>
                      <a:headEnd type="none" w="med" len="med"/>
                      <a:tailEnd type="none" w="med" len="med"/>
                    </a:lnB>
                  </a:tcPr>
                </a:tc>
                <a:tc>
                  <a:txBody>
                    <a:bodyPr/>
                    <a:lstStyle/>
                    <a:p>
                      <a:pPr algn="l" fontAlgn="b">
                        <a:buNone/>
                      </a:pPr>
                      <a:r>
                        <a:rPr lang="en-US" sz="1050" u="none" strike="noStrike">
                          <a:effectLst/>
                        </a:rPr>
                        <a:t>Constraint File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Complete set of RTL constraints successfully mapped to design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814883472"/>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err="1">
                          <a:effectLst/>
                        </a:rPr>
                        <a:t>design.fdb</a:t>
                      </a:r>
                      <a:endParaRPr lang="en-US" sz="1050" b="0" i="0" u="none" strike="noStrike">
                        <a:solidFill>
                          <a:srgbClr val="000000"/>
                        </a:solidFill>
                        <a:effectLst/>
                        <a:latin typeface="Arial" panose="020B0604020202020204" pitchFamily="34" charset="0"/>
                      </a:endParaRPr>
                    </a:p>
                  </a:txBody>
                  <a:tcPr marL="2719" marR="2719" marT="2719"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050" u="none" strike="noStrike">
                          <a:effectLst/>
                        </a:rPr>
                        <a:t>Database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TCM  design database containing RTL elaboration and structural hierarchy</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04996280"/>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err="1">
                          <a:effectLst/>
                        </a:rPr>
                        <a:t>analysis.fdb</a:t>
                      </a:r>
                      <a:endParaRPr lang="en-US" sz="1050" b="0" i="0" u="none" strike="noStrike">
                        <a:solidFill>
                          <a:srgbClr val="000000"/>
                        </a:solidFill>
                        <a:effectLst/>
                        <a:latin typeface="Arial" panose="020B0604020202020204" pitchFamily="34" charset="0"/>
                      </a:endParaRPr>
                    </a:p>
                  </a:txBody>
                  <a:tcPr marL="2719" marR="2719" marT="2719" marB="0" anchor="b">
                    <a:lnT w="12700" cap="flat" cmpd="sng" algn="ctr">
                      <a:solidFill>
                        <a:schemeClr val="tx1"/>
                      </a:solidFill>
                      <a:prstDash val="solid"/>
                      <a:round/>
                      <a:headEnd type="none" w="med" len="med"/>
                      <a:tailEnd type="none" w="med" len="med"/>
                    </a:lnT>
                  </a:tcPr>
                </a:tc>
                <a:tc>
                  <a:txBody>
                    <a:bodyPr/>
                    <a:lstStyle/>
                    <a:p>
                      <a:pPr algn="l" fontAlgn="b">
                        <a:buNone/>
                      </a:pPr>
                      <a:r>
                        <a:rPr lang="en-US" sz="1050" u="none" strike="noStrike">
                          <a:effectLst/>
                        </a:rPr>
                        <a:t>Database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TCM  analysis database with timing paths and constraint relationships</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658367991"/>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design.rdb</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Database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RTL database in RDB format for TCM  processing</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037580357"/>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files.f</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File List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File list for RTL elaboration and design database creation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834578498"/>
                  </a:ext>
                </a:extLst>
              </a:tr>
              <a:tr h="210394">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generated_clock_verification.sdc</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Constraint File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SDC file containing all generated clock definitions for verification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412298502"/>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glitch_verification.sdc</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Constraint File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SDC constraints for glitch analysis if enabled</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477008210"/>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design_setup_issues.html</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Issue Report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HTML report of clock setup issues with interactive browsing</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950495609"/>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lint_summary.rpt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Lint Report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SDC syntax and semantic lint checking results with violation details</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942043845"/>
                  </a:ext>
                </a:extLst>
              </a:tr>
              <a:tr h="210394">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setup_issues.csv</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Issue Report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CSV format of all setup issues for database import and tracking</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815766540"/>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map_sdc.log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Detailed log from SDC constraint mapping phase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434024359"/>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err="1">
                          <a:effectLst/>
                        </a:rPr>
                        <a:t>map_sdc_and_check_setup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Executable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Executable to perform constraint mapping and clock setup verification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869321096"/>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setup.log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Detailed log from clock setup verification phase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63187417"/>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write_db.log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 from TCM  design database creation phase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04079024"/>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write_db_mem.log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Memory usage log during database creation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639372497"/>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modules.rpt.gz</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Hierarchy Report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Compressed report of all design modules and hierarchy</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328679577"/>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rmodules.rpt.gz</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Hierarchy Report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Compressed report of refined module information post-elaboration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024712701"/>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waive.sdc</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Constraint File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Symbolic link to SDC waiver file for suppressing known benign issues</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244319530"/>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remove_databases</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Executable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Script to clean up design and analysis databases for fresh runs</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658500014"/>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write_rdb</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Executable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Script to write RTL database in RDB format</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507750726"/>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write_setup_db_and_do_setup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Executable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Script to create setup database and run clock verification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1062898860"/>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write_verification_db</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Executable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Script to create verification database for exception checking</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914870378"/>
                  </a:ext>
                </a:extLst>
              </a:tr>
              <a:tr h="231830">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tcm_data.csv</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Compliance Report</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TCM-specific data metrics for constraint methodology compliance tracking</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706089671"/>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run_status.log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Execution status log for setup verification run</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197917058"/>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report_setup_issues.log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 from setup issue reporting phase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962013953"/>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map_mem.log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Memory usage log during constraint mapping phase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3139653572"/>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setup_mem.log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Memory usage log during setup verification phase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214261235"/>
                  </a:ext>
                </a:extLst>
              </a:tr>
              <a:tr h="179958">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lite_mem.log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Log</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Memory usage log during lite verification mode</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638299415"/>
                  </a:ext>
                </a:extLst>
              </a:tr>
              <a:tr h="129517">
                <a:tc>
                  <a:txBody>
                    <a:bodyPr/>
                    <a:lstStyle/>
                    <a:p>
                      <a:pPr algn="l" fontAlgn="b">
                        <a:buNone/>
                      </a:pPr>
                      <a:r>
                        <a:rPr lang="en-US" sz="1050" u="none" strike="noStrike">
                          <a:effectLst/>
                        </a:rPr>
                        <a:t>setup</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rpts.tar.gz</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Report Archive</a:t>
                      </a:r>
                      <a:endParaRPr lang="en-US" sz="1050" b="0" i="0" u="none" strike="noStrike">
                        <a:solidFill>
                          <a:srgbClr val="000000"/>
                        </a:solidFill>
                        <a:effectLst/>
                        <a:latin typeface="Arial" panose="020B0604020202020204" pitchFamily="34" charset="0"/>
                      </a:endParaRPr>
                    </a:p>
                  </a:txBody>
                  <a:tcPr marL="2719" marR="2719" marT="2719" marB="0" anchor="b"/>
                </a:tc>
                <a:tc>
                  <a:txBody>
                    <a:bodyPr/>
                    <a:lstStyle/>
                    <a:p>
                      <a:pPr algn="l" fontAlgn="b">
                        <a:buNone/>
                      </a:pPr>
                      <a:r>
                        <a:rPr lang="en-US" sz="1050" u="none" strike="noStrike">
                          <a:effectLst/>
                        </a:rPr>
                        <a:t>Compressed archive of all setup verification reports</a:t>
                      </a:r>
                      <a:endParaRPr lang="en-US" sz="1050" b="0" i="0" u="none" strike="noStrike">
                        <a:solidFill>
                          <a:srgbClr val="000000"/>
                        </a:solidFill>
                        <a:effectLst/>
                        <a:latin typeface="Arial" panose="020B0604020202020204" pitchFamily="34" charset="0"/>
                      </a:endParaRPr>
                    </a:p>
                  </a:txBody>
                  <a:tcPr marL="2719" marR="2719" marT="2719" marB="0" anchor="b"/>
                </a:tc>
                <a:extLst>
                  <a:ext uri="{0D108BD9-81ED-4DB2-BD59-A6C34878D82A}">
                    <a16:rowId xmlns:a16="http://schemas.microsoft.com/office/drawing/2014/main" val="462948407"/>
                  </a:ext>
                </a:extLst>
              </a:tr>
            </a:tbl>
          </a:graphicData>
        </a:graphic>
      </p:graphicFrame>
      <p:sp>
        <p:nvSpPr>
          <p:cNvPr id="8" name="Rectangle 7">
            <a:extLst>
              <a:ext uri="{FF2B5EF4-FFF2-40B4-BE49-F238E27FC236}">
                <a16:creationId xmlns:a16="http://schemas.microsoft.com/office/drawing/2014/main" id="{301ADE8C-E0D1-1538-6A73-73E4D2732941}"/>
              </a:ext>
            </a:extLst>
          </p:cNvPr>
          <p:cNvSpPr/>
          <p:nvPr/>
        </p:nvSpPr>
        <p:spPr bwMode="auto">
          <a:xfrm>
            <a:off x="586740" y="2459736"/>
            <a:ext cx="11410188" cy="804672"/>
          </a:xfrm>
          <a:prstGeom prst="rect">
            <a:avLst/>
          </a:prstGeom>
          <a:noFill/>
          <a:ln w="19050">
            <a:solidFill>
              <a:schemeClr val="accent4"/>
            </a:solidFill>
            <a:prstDash val="lg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18771C45-E22C-5D9F-0245-3CEC6CB9E0BC}"/>
              </a:ext>
            </a:extLst>
          </p:cNvPr>
          <p:cNvSpPr/>
          <p:nvPr/>
        </p:nvSpPr>
        <p:spPr bwMode="auto">
          <a:xfrm>
            <a:off x="586740" y="3438144"/>
            <a:ext cx="11410188" cy="804672"/>
          </a:xfrm>
          <a:prstGeom prst="rect">
            <a:avLst/>
          </a:prstGeom>
          <a:noFill/>
          <a:ln w="19050">
            <a:solidFill>
              <a:schemeClr val="accent4"/>
            </a:solidFill>
            <a:prstDash val="lg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EC2D9EF6-2B3C-0FC3-7ADB-189D4928A5EC}"/>
              </a:ext>
            </a:extLst>
          </p:cNvPr>
          <p:cNvSpPr/>
          <p:nvPr/>
        </p:nvSpPr>
        <p:spPr bwMode="auto">
          <a:xfrm>
            <a:off x="360599" y="6327648"/>
            <a:ext cx="10356169" cy="193525"/>
          </a:xfrm>
          <a:prstGeom prst="rect">
            <a:avLst/>
          </a:prstGeom>
          <a:noFill/>
          <a:ln w="19050">
            <a:solidFill>
              <a:schemeClr val="accent4"/>
            </a:solidFill>
            <a:prstDash val="lg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F464BA20-CAFA-4F0B-BA72-DE2ABF23999E}"/>
              </a:ext>
            </a:extLst>
          </p:cNvPr>
          <p:cNvSpPr/>
          <p:nvPr/>
        </p:nvSpPr>
        <p:spPr bwMode="auto">
          <a:xfrm>
            <a:off x="647354" y="1127033"/>
            <a:ext cx="11184047" cy="226279"/>
          </a:xfrm>
          <a:prstGeom prst="rect">
            <a:avLst/>
          </a:prstGeom>
          <a:noFill/>
          <a:ln w="19050">
            <a:solidFill>
              <a:schemeClr val="accent6"/>
            </a:solidFill>
            <a:prstDash val="lg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2987156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903F3-0D68-37FE-E207-D606F4B8B8D2}"/>
              </a:ext>
            </a:extLst>
          </p:cNvPr>
          <p:cNvSpPr>
            <a:spLocks noGrp="1"/>
          </p:cNvSpPr>
          <p:nvPr>
            <p:ph type="title"/>
          </p:nvPr>
        </p:nvSpPr>
        <p:spPr>
          <a:xfrm>
            <a:off x="365761" y="376346"/>
            <a:ext cx="11018520" cy="430887"/>
          </a:xfrm>
        </p:spPr>
        <p:txBody>
          <a:bodyPr/>
          <a:lstStyle/>
          <a:p>
            <a:r>
              <a:rPr lang="en-US"/>
              <a:t>CONTD…</a:t>
            </a:r>
          </a:p>
        </p:txBody>
      </p:sp>
      <p:graphicFrame>
        <p:nvGraphicFramePr>
          <p:cNvPr id="8" name="Content Placeholder 7">
            <a:extLst>
              <a:ext uri="{FF2B5EF4-FFF2-40B4-BE49-F238E27FC236}">
                <a16:creationId xmlns:a16="http://schemas.microsoft.com/office/drawing/2014/main" id="{7523025F-7264-B753-33A4-8702C33C4F1B}"/>
              </a:ext>
            </a:extLst>
          </p:cNvPr>
          <p:cNvGraphicFramePr>
            <a:graphicFrameLocks noGrp="1"/>
          </p:cNvGraphicFramePr>
          <p:nvPr>
            <p:ph sz="quarter" idx="12"/>
            <p:extLst>
              <p:ext uri="{D42A27DB-BD31-4B8C-83A1-F6EECF244321}">
                <p14:modId xmlns:p14="http://schemas.microsoft.com/office/powerpoint/2010/main" val="4167935918"/>
              </p:ext>
            </p:extLst>
          </p:nvPr>
        </p:nvGraphicFramePr>
        <p:xfrm>
          <a:off x="588263" y="1047752"/>
          <a:ext cx="10796018" cy="5218458"/>
        </p:xfrm>
        <a:graphic>
          <a:graphicData uri="http://schemas.openxmlformats.org/drawingml/2006/table">
            <a:tbl>
              <a:tblPr>
                <a:tableStyleId>{2D5ABB26-0587-4C30-8999-92F81FD0307C}</a:tableStyleId>
              </a:tblPr>
              <a:tblGrid>
                <a:gridCol w="1006659">
                  <a:extLst>
                    <a:ext uri="{9D8B030D-6E8A-4147-A177-3AD203B41FA5}">
                      <a16:colId xmlns:a16="http://schemas.microsoft.com/office/drawing/2014/main" val="3668968898"/>
                    </a:ext>
                  </a:extLst>
                </a:gridCol>
                <a:gridCol w="2528203">
                  <a:extLst>
                    <a:ext uri="{9D8B030D-6E8A-4147-A177-3AD203B41FA5}">
                      <a16:colId xmlns:a16="http://schemas.microsoft.com/office/drawing/2014/main" val="454626737"/>
                    </a:ext>
                  </a:extLst>
                </a:gridCol>
                <a:gridCol w="994507">
                  <a:extLst>
                    <a:ext uri="{9D8B030D-6E8A-4147-A177-3AD203B41FA5}">
                      <a16:colId xmlns:a16="http://schemas.microsoft.com/office/drawing/2014/main" val="1814773299"/>
                    </a:ext>
                  </a:extLst>
                </a:gridCol>
                <a:gridCol w="6266649">
                  <a:extLst>
                    <a:ext uri="{9D8B030D-6E8A-4147-A177-3AD203B41FA5}">
                      <a16:colId xmlns:a16="http://schemas.microsoft.com/office/drawing/2014/main" val="119905128"/>
                    </a:ext>
                  </a:extLst>
                </a:gridCol>
              </a:tblGrid>
              <a:tr h="161076">
                <a:tc>
                  <a:txBody>
                    <a:bodyPr/>
                    <a:lstStyle/>
                    <a:p>
                      <a:pPr algn="l" fontAlgn="b">
                        <a:buNone/>
                      </a:pPr>
                      <a:r>
                        <a:rPr lang="en-US" sz="1200" b="1" u="none" strike="noStrike">
                          <a:effectLst/>
                        </a:rPr>
                        <a:t>Directory</a:t>
                      </a:r>
                      <a:endParaRPr lang="en-US" sz="1200" b="1" i="0" u="none" strike="noStrike">
                        <a:solidFill>
                          <a:srgbClr val="000000"/>
                        </a:solidFill>
                        <a:effectLst/>
                        <a:latin typeface="Arial" panose="020B0604020202020204" pitchFamily="34" charset="0"/>
                      </a:endParaRPr>
                    </a:p>
                  </a:txBody>
                  <a:tcPr marL="3305" marR="3305" marT="3305" marB="0" anchor="b">
                    <a:lnT w="12700" cap="flat" cmpd="sng" algn="ctr">
                      <a:solidFill>
                        <a:schemeClr val="tx1"/>
                      </a:solidFill>
                      <a:prstDash val="solid"/>
                      <a:round/>
                      <a:headEnd type="none" w="med" len="med"/>
                      <a:tailEnd type="none" w="med" len="med"/>
                    </a:lnT>
                    <a:solidFill>
                      <a:schemeClr val="bg1">
                        <a:lumMod val="50000"/>
                        <a:lumOff val="50000"/>
                      </a:schemeClr>
                    </a:solidFill>
                  </a:tcPr>
                </a:tc>
                <a:tc>
                  <a:txBody>
                    <a:bodyPr/>
                    <a:lstStyle/>
                    <a:p>
                      <a:pPr algn="l" fontAlgn="b">
                        <a:buNone/>
                      </a:pPr>
                      <a:r>
                        <a:rPr lang="en-US" sz="1200" b="1" u="none" strike="noStrike">
                          <a:effectLst/>
                        </a:rPr>
                        <a:t>File Name</a:t>
                      </a:r>
                      <a:endParaRPr lang="en-US" sz="1200" b="1" i="0" u="none" strike="noStrike">
                        <a:solidFill>
                          <a:srgbClr val="000000"/>
                        </a:solidFill>
                        <a:effectLst/>
                        <a:latin typeface="Arial" panose="020B0604020202020204" pitchFamily="34" charset="0"/>
                      </a:endParaRPr>
                    </a:p>
                  </a:txBody>
                  <a:tcPr marL="3305" marR="3305" marT="3305" marB="0" anchor="b">
                    <a:lnT w="12700" cap="flat" cmpd="sng" algn="ctr">
                      <a:solidFill>
                        <a:schemeClr val="tx1"/>
                      </a:solidFill>
                      <a:prstDash val="solid"/>
                      <a:round/>
                      <a:headEnd type="none" w="med" len="med"/>
                      <a:tailEnd type="none" w="med" len="med"/>
                    </a:lnT>
                    <a:solidFill>
                      <a:schemeClr val="bg1">
                        <a:lumMod val="50000"/>
                        <a:lumOff val="50000"/>
                      </a:schemeClr>
                    </a:solidFill>
                  </a:tcPr>
                </a:tc>
                <a:tc>
                  <a:txBody>
                    <a:bodyPr/>
                    <a:lstStyle/>
                    <a:p>
                      <a:pPr algn="l" fontAlgn="b">
                        <a:buNone/>
                      </a:pPr>
                      <a:r>
                        <a:rPr lang="en-US" sz="1200" b="1" u="none" strike="noStrike">
                          <a:effectLst/>
                        </a:rPr>
                        <a:t>File Type</a:t>
                      </a:r>
                      <a:endParaRPr lang="en-US" sz="1200" b="1" i="0" u="none" strike="noStrike">
                        <a:solidFill>
                          <a:srgbClr val="000000"/>
                        </a:solidFill>
                        <a:effectLst/>
                        <a:latin typeface="Arial" panose="020B0604020202020204" pitchFamily="34" charset="0"/>
                      </a:endParaRPr>
                    </a:p>
                  </a:txBody>
                  <a:tcPr marL="3305" marR="3305" marT="3305" marB="0" anchor="b">
                    <a:lnT w="12700" cap="flat" cmpd="sng" algn="ctr">
                      <a:solidFill>
                        <a:schemeClr val="tx1"/>
                      </a:solidFill>
                      <a:prstDash val="solid"/>
                      <a:round/>
                      <a:headEnd type="none" w="med" len="med"/>
                      <a:tailEnd type="none" w="med" len="med"/>
                    </a:lnT>
                    <a:solidFill>
                      <a:schemeClr val="bg1">
                        <a:lumMod val="50000"/>
                        <a:lumOff val="50000"/>
                      </a:schemeClr>
                    </a:solidFill>
                  </a:tcPr>
                </a:tc>
                <a:tc>
                  <a:txBody>
                    <a:bodyPr/>
                    <a:lstStyle/>
                    <a:p>
                      <a:pPr algn="l" fontAlgn="b">
                        <a:buNone/>
                      </a:pPr>
                      <a:r>
                        <a:rPr lang="en-US" sz="1200" b="1" u="none" strike="noStrike">
                          <a:effectLst/>
                        </a:rPr>
                        <a:t>Summary</a:t>
                      </a:r>
                      <a:endParaRPr lang="en-US" sz="1200" b="1" i="0" u="none" strike="noStrike">
                        <a:solidFill>
                          <a:srgbClr val="000000"/>
                        </a:solidFill>
                        <a:effectLst/>
                        <a:latin typeface="Arial" panose="020B0604020202020204" pitchFamily="34" charset="0"/>
                      </a:endParaRPr>
                    </a:p>
                  </a:txBody>
                  <a:tcPr marL="3305" marR="3305" marT="3305" marB="0" anchor="b">
                    <a:lnT w="12700" cap="flat" cmpd="sng" algn="ctr">
                      <a:solidFill>
                        <a:schemeClr val="tx1"/>
                      </a:solidFill>
                      <a:prstDash val="solid"/>
                      <a:round/>
                      <a:headEnd type="none" w="med" len="med"/>
                      <a:tailEnd type="none" w="med" len="med"/>
                    </a:lnT>
                    <a:solidFill>
                      <a:schemeClr val="bg1">
                        <a:lumMod val="50000"/>
                        <a:lumOff val="50000"/>
                      </a:schemeClr>
                    </a:solidFill>
                  </a:tcPr>
                </a:tc>
                <a:extLst>
                  <a:ext uri="{0D108BD9-81ED-4DB2-BD59-A6C34878D82A}">
                    <a16:rowId xmlns:a16="http://schemas.microsoft.com/office/drawing/2014/main" val="2228551616"/>
                  </a:ext>
                </a:extLst>
              </a:tr>
              <a:tr h="161076">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clk065_insts.rpt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Clock instances at 0.65V operating voltage corner</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3581159778"/>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err="1">
                          <a:effectLst/>
                        </a:rPr>
                        <a:t>clock_crossings.rpt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Clock domain crossing analysis identifying all CDC paths and asynchronous boundaries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1382029243"/>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clock_definitions.rpt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Complete definitions of all primary clocks generated clocks and virtual clocks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3793218735"/>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err="1">
                          <a:effectLst/>
                        </a:rPr>
                        <a:t>clock_propagation.rpt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Clock propagation paths through the clock network showing distribution structure</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3772046155"/>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clock_to_data_pins.rpt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Pins receiving both clock and data signals with timing path information</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1994461254"/>
                  </a:ext>
                </a:extLst>
              </a:tr>
              <a:tr h="277149">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err="1">
                          <a:effectLst/>
                        </a:rPr>
                        <a:t>clocks.rpt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Overall clock summary report with statistics and relationships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2149115729"/>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constant_propagation.rpt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Constant value propagation through design identifying static signals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1607526133"/>
                  </a:ext>
                </a:extLst>
              </a:tr>
              <a:tr h="277149">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endpoints.rpt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All timing endpoints including register inputs and output ports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3822358495"/>
                  </a:ext>
                </a:extLst>
              </a:tr>
              <a:tr h="277149">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legal_values.rpt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Legal signal values and value constraints for design signals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455432058"/>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mapping.rpt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SDC constraint mapping results showing successful mappings and failures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627068924"/>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metastable_endpoints.rpt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Endpoints at risk for metastability and CDC synchronizer analysis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2949670643"/>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ports.rpt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Complete port definitions including input output and </a:t>
                      </a:r>
                      <a:r>
                        <a:rPr lang="en-US" sz="1200" u="none" strike="noStrike" err="1">
                          <a:effectLst/>
                        </a:rPr>
                        <a:t>inout</a:t>
                      </a:r>
                      <a:r>
                        <a:rPr lang="en-US" sz="1200" u="none" strike="noStrike">
                          <a:effectLst/>
                        </a:rPr>
                        <a:t> ports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2715381703"/>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static_nets.rpt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Nets with constant values including tie-high and tie-low connections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3183039581"/>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unconstrained_paths.rpt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Timing paths without constraints identifying missing constraint coverage</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3262805349"/>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waived_endpoints.rpt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Timing endpoints with applied waivers and justification documentation</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1217635041"/>
                  </a:ext>
                </a:extLst>
              </a:tr>
              <a:tr h="319038">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waived_messages.rpt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tc>
                <a:tc>
                  <a:txBody>
                    <a:bodyPr/>
                    <a:lstStyle/>
                    <a:p>
                      <a:pPr algn="l" fontAlgn="b">
                        <a:buNone/>
                      </a:pPr>
                      <a:r>
                        <a:rPr lang="en-US" sz="1200" u="none" strike="noStrike">
                          <a:effectLst/>
                        </a:rPr>
                        <a:t>Suppressed warning and error messages with waiver reasons</a:t>
                      </a:r>
                      <a:endParaRPr lang="en-US" sz="1200" b="0" i="0" u="none" strike="noStrike">
                        <a:solidFill>
                          <a:srgbClr val="000000"/>
                        </a:solidFill>
                        <a:effectLst/>
                        <a:latin typeface="Arial" panose="020B0604020202020204" pitchFamily="34" charset="0"/>
                      </a:endParaRPr>
                    </a:p>
                  </a:txBody>
                  <a:tcPr marL="3305" marR="3305" marT="3305" marB="0" anchor="b"/>
                </a:tc>
                <a:extLst>
                  <a:ext uri="{0D108BD9-81ED-4DB2-BD59-A6C34878D82A}">
                    <a16:rowId xmlns:a16="http://schemas.microsoft.com/office/drawing/2014/main" val="2222524603"/>
                  </a:ext>
                </a:extLst>
              </a:tr>
              <a:tr h="161076">
                <a:tc>
                  <a:txBody>
                    <a:bodyPr/>
                    <a:lstStyle/>
                    <a:p>
                      <a:pPr algn="l" fontAlgn="b">
                        <a:buNone/>
                      </a:pPr>
                      <a:r>
                        <a:rPr lang="en-US" sz="1200" u="none" strike="noStrike">
                          <a:effectLst/>
                        </a:rPr>
                        <a:t>setup/rpts</a:t>
                      </a:r>
                      <a:endParaRPr lang="en-US" sz="1200" b="0" i="0" u="none" strike="noStrike">
                        <a:solidFill>
                          <a:srgbClr val="000000"/>
                        </a:solidFill>
                        <a:effectLst/>
                        <a:latin typeface="Arial" panose="020B0604020202020204" pitchFamily="34" charset="0"/>
                      </a:endParaRPr>
                    </a:p>
                  </a:txBody>
                  <a:tcPr marL="3305" marR="3305" marT="330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a:effectLst/>
                        </a:rPr>
                        <a:t>waived_start_end_pair.rpt</a:t>
                      </a:r>
                      <a:endParaRPr lang="en-US" sz="1200" b="0" i="0" u="none" strike="noStrike">
                        <a:solidFill>
                          <a:srgbClr val="000000"/>
                        </a:solidFill>
                        <a:effectLst/>
                        <a:latin typeface="Arial" panose="020B0604020202020204" pitchFamily="34" charset="0"/>
                      </a:endParaRPr>
                    </a:p>
                  </a:txBody>
                  <a:tcPr marL="3305" marR="3305" marT="330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a:effectLst/>
                        </a:rPr>
                        <a:t>Text</a:t>
                      </a:r>
                      <a:endParaRPr lang="en-US" sz="1200" b="0" i="0" u="none" strike="noStrike">
                        <a:solidFill>
                          <a:srgbClr val="000000"/>
                        </a:solidFill>
                        <a:effectLst/>
                        <a:latin typeface="Arial" panose="020B0604020202020204" pitchFamily="34" charset="0"/>
                      </a:endParaRPr>
                    </a:p>
                  </a:txBody>
                  <a:tcPr marL="3305" marR="3305" marT="330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a:effectLst/>
                        </a:rPr>
                        <a:t>Start-to-end path pairs with timing waivers applied</a:t>
                      </a:r>
                      <a:endParaRPr lang="en-US" sz="1200" b="0" i="0" u="none" strike="noStrike">
                        <a:solidFill>
                          <a:srgbClr val="000000"/>
                        </a:solidFill>
                        <a:effectLst/>
                        <a:latin typeface="Arial" panose="020B0604020202020204" pitchFamily="34" charset="0"/>
                      </a:endParaRPr>
                    </a:p>
                  </a:txBody>
                  <a:tcPr marL="3305" marR="3305" marT="330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16781"/>
                  </a:ext>
                </a:extLst>
              </a:tr>
            </a:tbl>
          </a:graphicData>
        </a:graphic>
      </p:graphicFrame>
    </p:spTree>
    <p:extLst>
      <p:ext uri="{BB962C8B-B14F-4D97-AF65-F5344CB8AC3E}">
        <p14:creationId xmlns:p14="http://schemas.microsoft.com/office/powerpoint/2010/main" val="23977606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4672-5ADB-17BD-69F5-D4E4DFFBB993}"/>
              </a:ext>
            </a:extLst>
          </p:cNvPr>
          <p:cNvSpPr>
            <a:spLocks noGrp="1"/>
          </p:cNvSpPr>
          <p:nvPr>
            <p:ph type="title"/>
          </p:nvPr>
        </p:nvSpPr>
        <p:spPr>
          <a:xfrm>
            <a:off x="138683" y="373780"/>
            <a:ext cx="11018520" cy="430887"/>
          </a:xfrm>
        </p:spPr>
        <p:txBody>
          <a:bodyPr/>
          <a:lstStyle/>
          <a:p>
            <a:r>
              <a:rPr lang="en-US"/>
              <a:t>CONTD…</a:t>
            </a:r>
          </a:p>
        </p:txBody>
      </p:sp>
      <p:graphicFrame>
        <p:nvGraphicFramePr>
          <p:cNvPr id="4" name="Table 3">
            <a:extLst>
              <a:ext uri="{FF2B5EF4-FFF2-40B4-BE49-F238E27FC236}">
                <a16:creationId xmlns:a16="http://schemas.microsoft.com/office/drawing/2014/main" id="{454807A3-20C9-9E97-C3E8-54D4627149BA}"/>
              </a:ext>
            </a:extLst>
          </p:cNvPr>
          <p:cNvGraphicFramePr>
            <a:graphicFrameLocks noGrp="1"/>
          </p:cNvGraphicFramePr>
          <p:nvPr>
            <p:extLst>
              <p:ext uri="{D42A27DB-BD31-4B8C-83A1-F6EECF244321}">
                <p14:modId xmlns:p14="http://schemas.microsoft.com/office/powerpoint/2010/main" val="2117544435"/>
              </p:ext>
            </p:extLst>
          </p:nvPr>
        </p:nvGraphicFramePr>
        <p:xfrm>
          <a:off x="387094" y="996696"/>
          <a:ext cx="10954489" cy="5066022"/>
        </p:xfrm>
        <a:graphic>
          <a:graphicData uri="http://schemas.openxmlformats.org/drawingml/2006/table">
            <a:tbl>
              <a:tblPr>
                <a:tableStyleId>{2D5ABB26-0587-4C30-8999-92F81FD0307C}</a:tableStyleId>
              </a:tblPr>
              <a:tblGrid>
                <a:gridCol w="2004107">
                  <a:extLst>
                    <a:ext uri="{9D8B030D-6E8A-4147-A177-3AD203B41FA5}">
                      <a16:colId xmlns:a16="http://schemas.microsoft.com/office/drawing/2014/main" val="1233476058"/>
                    </a:ext>
                  </a:extLst>
                </a:gridCol>
                <a:gridCol w="3143130">
                  <a:extLst>
                    <a:ext uri="{9D8B030D-6E8A-4147-A177-3AD203B41FA5}">
                      <a16:colId xmlns:a16="http://schemas.microsoft.com/office/drawing/2014/main" val="3735475969"/>
                    </a:ext>
                  </a:extLst>
                </a:gridCol>
                <a:gridCol w="1407993">
                  <a:extLst>
                    <a:ext uri="{9D8B030D-6E8A-4147-A177-3AD203B41FA5}">
                      <a16:colId xmlns:a16="http://schemas.microsoft.com/office/drawing/2014/main" val="3302331793"/>
                    </a:ext>
                  </a:extLst>
                </a:gridCol>
                <a:gridCol w="4301972">
                  <a:extLst>
                    <a:ext uri="{9D8B030D-6E8A-4147-A177-3AD203B41FA5}">
                      <a16:colId xmlns:a16="http://schemas.microsoft.com/office/drawing/2014/main" val="3112410915"/>
                    </a:ext>
                  </a:extLst>
                </a:gridCol>
                <a:gridCol w="40051">
                  <a:extLst>
                    <a:ext uri="{9D8B030D-6E8A-4147-A177-3AD203B41FA5}">
                      <a16:colId xmlns:a16="http://schemas.microsoft.com/office/drawing/2014/main" val="1015515463"/>
                    </a:ext>
                  </a:extLst>
                </a:gridCol>
                <a:gridCol w="57236">
                  <a:extLst>
                    <a:ext uri="{9D8B030D-6E8A-4147-A177-3AD203B41FA5}">
                      <a16:colId xmlns:a16="http://schemas.microsoft.com/office/drawing/2014/main" val="4052319663"/>
                    </a:ext>
                  </a:extLst>
                </a:gridCol>
              </a:tblGrid>
              <a:tr h="115821">
                <a:tc>
                  <a:txBody>
                    <a:bodyPr/>
                    <a:lstStyle/>
                    <a:p>
                      <a:pPr algn="l" fontAlgn="b">
                        <a:buNone/>
                      </a:pPr>
                      <a:r>
                        <a:rPr lang="en-US" sz="1400" u="none" strike="noStrike">
                          <a:effectLst/>
                        </a:rPr>
                        <a:t>Directory</a:t>
                      </a:r>
                      <a:endParaRPr lang="en-US" sz="1400" b="0" i="0" u="none" strike="noStrike">
                        <a:solidFill>
                          <a:srgbClr val="000000"/>
                        </a:solidFill>
                        <a:effectLst/>
                        <a:latin typeface="Arial" panose="020B0604020202020204" pitchFamily="34" charset="0"/>
                      </a:endParaRPr>
                    </a:p>
                  </a:txBody>
                  <a:tcPr marL="9465" marR="9465" marT="9465" marB="0" anchor="b">
                    <a:lnT w="12700" cap="flat" cmpd="sng" algn="ctr">
                      <a:solidFill>
                        <a:schemeClr val="tx1"/>
                      </a:solidFill>
                      <a:prstDash val="solid"/>
                      <a:round/>
                      <a:headEnd type="none" w="med" len="med"/>
                      <a:tailEnd type="none" w="med" len="med"/>
                    </a:lnT>
                    <a:solidFill>
                      <a:schemeClr val="bg2"/>
                    </a:solidFill>
                  </a:tcPr>
                </a:tc>
                <a:tc>
                  <a:txBody>
                    <a:bodyPr/>
                    <a:lstStyle/>
                    <a:p>
                      <a:pPr algn="l" fontAlgn="b">
                        <a:buNone/>
                      </a:pPr>
                      <a:r>
                        <a:rPr lang="en-US" sz="1400" u="none" strike="noStrike">
                          <a:effectLst/>
                        </a:rPr>
                        <a:t>File Name</a:t>
                      </a:r>
                      <a:endParaRPr lang="en-US" sz="1400" b="0" i="0" u="none" strike="noStrike">
                        <a:solidFill>
                          <a:srgbClr val="000000"/>
                        </a:solidFill>
                        <a:effectLst/>
                        <a:latin typeface="Arial" panose="020B0604020202020204" pitchFamily="34" charset="0"/>
                      </a:endParaRPr>
                    </a:p>
                  </a:txBody>
                  <a:tcPr marL="9465" marR="9465" marT="9465" marB="0" anchor="b">
                    <a:lnT w="12700" cap="flat" cmpd="sng" algn="ctr">
                      <a:solidFill>
                        <a:schemeClr val="tx1"/>
                      </a:solidFill>
                      <a:prstDash val="solid"/>
                      <a:round/>
                      <a:headEnd type="none" w="med" len="med"/>
                      <a:tailEnd type="none" w="med" len="med"/>
                    </a:lnT>
                    <a:solidFill>
                      <a:schemeClr val="bg2"/>
                    </a:solidFill>
                  </a:tcPr>
                </a:tc>
                <a:tc>
                  <a:txBody>
                    <a:bodyPr/>
                    <a:lstStyle/>
                    <a:p>
                      <a:pPr algn="l" fontAlgn="b">
                        <a:buNone/>
                      </a:pPr>
                      <a:r>
                        <a:rPr lang="en-US" sz="1400" u="none" strike="noStrike">
                          <a:effectLst/>
                        </a:rPr>
                        <a:t>File Type</a:t>
                      </a:r>
                      <a:endParaRPr lang="en-US" sz="1400" b="0" i="0" u="none" strike="noStrike">
                        <a:solidFill>
                          <a:srgbClr val="000000"/>
                        </a:solidFill>
                        <a:effectLst/>
                        <a:latin typeface="Arial" panose="020B0604020202020204" pitchFamily="34" charset="0"/>
                      </a:endParaRPr>
                    </a:p>
                  </a:txBody>
                  <a:tcPr marL="9465" marR="9465" marT="9465" marB="0" anchor="b">
                    <a:lnT w="12700" cap="flat" cmpd="sng" algn="ctr">
                      <a:solidFill>
                        <a:schemeClr val="tx1"/>
                      </a:solidFill>
                      <a:prstDash val="solid"/>
                      <a:round/>
                      <a:headEnd type="none" w="med" len="med"/>
                      <a:tailEnd type="none" w="med" len="med"/>
                    </a:lnT>
                    <a:solidFill>
                      <a:schemeClr val="bg2"/>
                    </a:solidFill>
                  </a:tcPr>
                </a:tc>
                <a:tc gridSpan="2">
                  <a:txBody>
                    <a:bodyPr/>
                    <a:lstStyle/>
                    <a:p>
                      <a:pPr algn="l" fontAlgn="b">
                        <a:buNone/>
                      </a:pPr>
                      <a:r>
                        <a:rPr lang="en-US" sz="1400" u="none" strike="noStrike">
                          <a:effectLst/>
                        </a:rPr>
                        <a:t>Summary </a:t>
                      </a:r>
                      <a:endParaRPr lang="en-US" sz="1400" b="0" i="0" u="none" strike="noStrike">
                        <a:solidFill>
                          <a:srgbClr val="000000"/>
                        </a:solidFill>
                        <a:effectLst/>
                        <a:latin typeface="Arial" panose="020B0604020202020204" pitchFamily="34" charset="0"/>
                      </a:endParaRPr>
                    </a:p>
                  </a:txBody>
                  <a:tcPr marL="9465" marR="9465" marT="9465" marB="0" anchor="b">
                    <a:lnT w="12700" cap="flat" cmpd="sng" algn="ctr">
                      <a:solidFill>
                        <a:schemeClr val="tx1"/>
                      </a:solidFill>
                      <a:prstDash val="solid"/>
                      <a:round/>
                      <a:headEnd type="none" w="med" len="med"/>
                      <a:tailEnd type="none" w="med" len="med"/>
                    </a:lnT>
                    <a:solidFill>
                      <a:schemeClr val="bg2"/>
                    </a:solidFill>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lnT w="12700" cap="flat" cmpd="sng" algn="ctr">
                      <a:solidFill>
                        <a:schemeClr val="tx1"/>
                      </a:solidFill>
                      <a:prstDash val="solid"/>
                      <a:round/>
                      <a:headEnd type="none" w="med" len="med"/>
                      <a:tailEnd type="none" w="med" len="med"/>
                    </a:lnT>
                    <a:solidFill>
                      <a:schemeClr val="bg2"/>
                    </a:solidFill>
                  </a:tcPr>
                </a:tc>
                <a:tc>
                  <a:txBody>
                    <a:bodyPr/>
                    <a:lstStyle/>
                    <a:p>
                      <a:pPr algn="l" fontAlgn="b">
                        <a:buNone/>
                      </a:pPr>
                      <a:endParaRPr lang="en-US" sz="1400" b="0" i="0" u="none" strike="noStrike">
                        <a:solidFill>
                          <a:srgbClr val="000000"/>
                        </a:solidFill>
                        <a:effectLst/>
                        <a:latin typeface="Arial" panose="020B0604020202020204" pitchFamily="34" charset="0"/>
                      </a:endParaRPr>
                    </a:p>
                  </a:txBody>
                  <a:tcPr marL="9465" marR="9465" marT="9465" marB="0" anchor="b">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520250190"/>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fp_verification_summary.html</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Summary Report</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HTML summary of false path verification results with pass/fail statistics</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2522747060"/>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passing_and_failing_exceptions_fp.csv</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Metrics Report</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CSV summary of passing and failing false path exceptions</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1100589803"/>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err="1">
                          <a:effectLst/>
                        </a:rPr>
                        <a:t>pass.sdc</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Constraint File</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False paths that successfully passed formal or assertion-based verification</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3447977949"/>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fail.sdc</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Constraint File</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False paths that failed verification requiring debug and correction</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2436582306"/>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no_paths.sdc</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Constraint File</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False path constraints where no matching timing paths exist in design</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978555401"/>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unknown.sdc</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Constraint File</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False paths with indeterminate verification status</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4242400963"/>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assertions.out.gz</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Formal Results</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Compressed assertion results from formal verification engine</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1329569327"/>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err="1">
                          <a:effectLst/>
                        </a:rPr>
                        <a:t>verify_fp</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Executable</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Executable script to run false path verification flow</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48487924"/>
                  </a:ext>
                </a:extLst>
              </a:tr>
              <a:tr h="179829">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run_confirm.log</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Log</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Detailed log from false path confirmation phase</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1070741208"/>
                  </a:ext>
                </a:extLst>
              </a:tr>
              <a:tr h="179829">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run_confirm_mem.log</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Log</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Memory usage log during false path confirmation</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3296555573"/>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confirm_mem.log</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Log</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Memory tracking log for confirmation phase resource monitoring</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1229890488"/>
                  </a:ext>
                </a:extLst>
              </a:tr>
              <a:tr h="342621">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generate_html</a:t>
                      </a:r>
                      <a:endParaRPr lang="en-US" sz="1400" b="0" i="0" u="none" strike="noStrike">
                        <a:solidFill>
                          <a:srgbClr val="000000"/>
                        </a:solidFill>
                        <a:effectLst/>
                        <a:latin typeface="Arial" panose="020B0604020202020204" pitchFamily="34" charset="0"/>
                      </a:endParaRPr>
                    </a:p>
                  </a:txBody>
                  <a:tcPr marL="9465" marR="9465" marT="9465" marB="0" anchor="b"/>
                </a:tc>
                <a:tc>
                  <a:txBody>
                    <a:bodyPr/>
                    <a:lstStyle/>
                    <a:p>
                      <a:pPr algn="l" fontAlgn="b">
                        <a:buNone/>
                      </a:pPr>
                      <a:r>
                        <a:rPr lang="en-US" sz="1400" u="none" strike="noStrike">
                          <a:effectLst/>
                        </a:rPr>
                        <a:t>Executable</a:t>
                      </a:r>
                      <a:endParaRPr lang="en-US" sz="1400" b="0" i="0" u="none" strike="noStrike">
                        <a:solidFill>
                          <a:srgbClr val="000000"/>
                        </a:solidFill>
                        <a:effectLst/>
                        <a:latin typeface="Arial" panose="020B0604020202020204" pitchFamily="34" charset="0"/>
                      </a:endParaRPr>
                    </a:p>
                  </a:txBody>
                  <a:tcPr marL="9465" marR="9465" marT="9465" marB="0" anchor="b"/>
                </a:tc>
                <a:tc gridSpan="3">
                  <a:txBody>
                    <a:bodyPr/>
                    <a:lstStyle/>
                    <a:p>
                      <a:pPr algn="l" fontAlgn="b">
                        <a:buNone/>
                      </a:pPr>
                      <a:r>
                        <a:rPr lang="en-US" sz="1400" u="none" strike="noStrike">
                          <a:effectLst/>
                        </a:rPr>
                        <a:t>Script to generate HTML summary for false path verification</a:t>
                      </a:r>
                      <a:endParaRPr lang="en-US" sz="1400" b="0" i="0" u="none" strike="noStrike">
                        <a:solidFill>
                          <a:srgbClr val="000000"/>
                        </a:solidFill>
                        <a:effectLst/>
                        <a:latin typeface="Arial" panose="020B0604020202020204" pitchFamily="34" charset="0"/>
                      </a:endParaRPr>
                    </a:p>
                  </a:txBody>
                  <a:tcPr marL="9465" marR="9465" marT="946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tc>
                <a:extLst>
                  <a:ext uri="{0D108BD9-81ED-4DB2-BD59-A6C34878D82A}">
                    <a16:rowId xmlns:a16="http://schemas.microsoft.com/office/drawing/2014/main" val="1057039615"/>
                  </a:ext>
                </a:extLst>
              </a:tr>
              <a:tr h="179829">
                <a:tc>
                  <a:txBody>
                    <a:bodyPr/>
                    <a:lstStyle/>
                    <a:p>
                      <a:pPr algn="l" fontAlgn="b">
                        <a:buNone/>
                      </a:pPr>
                      <a:r>
                        <a:rPr lang="en-US" sz="1400" u="none" strike="noStrike">
                          <a:effectLst/>
                        </a:rPr>
                        <a:t>fp_verification</a:t>
                      </a:r>
                      <a:endParaRPr lang="en-US" sz="1400" b="0" i="0" u="none" strike="noStrike">
                        <a:solidFill>
                          <a:srgbClr val="000000"/>
                        </a:solidFill>
                        <a:effectLst/>
                        <a:latin typeface="Arial" panose="020B0604020202020204" pitchFamily="34" charset="0"/>
                      </a:endParaRPr>
                    </a:p>
                  </a:txBody>
                  <a:tcPr marL="9465" marR="9465" marT="946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400" u="none" strike="noStrike">
                          <a:effectLst/>
                        </a:rPr>
                        <a:t>generate_html.log</a:t>
                      </a:r>
                      <a:endParaRPr lang="en-US" sz="1400" b="0" i="0" u="none" strike="noStrike">
                        <a:solidFill>
                          <a:srgbClr val="000000"/>
                        </a:solidFill>
                        <a:effectLst/>
                        <a:latin typeface="Arial" panose="020B0604020202020204" pitchFamily="34" charset="0"/>
                      </a:endParaRPr>
                    </a:p>
                  </a:txBody>
                  <a:tcPr marL="9465" marR="9465" marT="946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400" u="none" strike="noStrike">
                          <a:effectLst/>
                        </a:rPr>
                        <a:t>Log</a:t>
                      </a:r>
                      <a:endParaRPr lang="en-US" sz="1400" b="0" i="0" u="none" strike="noStrike">
                        <a:solidFill>
                          <a:srgbClr val="000000"/>
                        </a:solidFill>
                        <a:effectLst/>
                        <a:latin typeface="Arial" panose="020B0604020202020204" pitchFamily="34" charset="0"/>
                      </a:endParaRPr>
                    </a:p>
                  </a:txBody>
                  <a:tcPr marL="9465" marR="9465" marT="946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400" u="none" strike="noStrike">
                          <a:effectLst/>
                        </a:rPr>
                        <a:t>Log from HTML report generation phase</a:t>
                      </a:r>
                      <a:endParaRPr lang="en-US" sz="1400" b="0" i="0" u="none" strike="noStrike">
                        <a:solidFill>
                          <a:srgbClr val="000000"/>
                        </a:solidFill>
                        <a:effectLst/>
                        <a:latin typeface="Arial" panose="020B0604020202020204" pitchFamily="34" charset="0"/>
                      </a:endParaRPr>
                    </a:p>
                  </a:txBody>
                  <a:tcPr marL="9465" marR="9465" marT="9465" marB="0" anchor="b">
                    <a:lnB w="12700" cap="flat" cmpd="sng" algn="ctr">
                      <a:solidFill>
                        <a:schemeClr val="tx1"/>
                      </a:solidFill>
                      <a:prstDash val="solid"/>
                      <a:round/>
                      <a:headEnd type="none" w="med" len="med"/>
                      <a:tailEnd type="none" w="med" len="med"/>
                    </a:lnB>
                  </a:tcPr>
                </a:tc>
                <a:tc gridSpan="2">
                  <a:txBody>
                    <a:bodyPr/>
                    <a:lstStyle/>
                    <a:p>
                      <a:pPr algn="l" fontAlgn="b">
                        <a:buNone/>
                      </a:pPr>
                      <a:endParaRPr lang="en-US" sz="1400" b="0" i="0" u="none" strike="noStrike">
                        <a:solidFill>
                          <a:srgbClr val="000000"/>
                        </a:solidFill>
                        <a:effectLst/>
                        <a:latin typeface="Arial" panose="020B0604020202020204" pitchFamily="34" charset="0"/>
                      </a:endParaRPr>
                    </a:p>
                  </a:txBody>
                  <a:tcPr marL="9465" marR="9465" marT="9465" marB="0" anchor="b">
                    <a:lnB w="12700" cap="flat" cmpd="sng" algn="ctr">
                      <a:solidFill>
                        <a:schemeClr val="tx1"/>
                      </a:solidFill>
                      <a:prstDash val="solid"/>
                      <a:round/>
                      <a:headEnd type="none" w="med" len="med"/>
                      <a:tailEnd type="none" w="med" len="med"/>
                    </a:lnB>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465" marR="9465" marT="946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929772"/>
                  </a:ext>
                </a:extLst>
              </a:tr>
            </a:tbl>
          </a:graphicData>
        </a:graphic>
      </p:graphicFrame>
    </p:spTree>
    <p:extLst>
      <p:ext uri="{BB962C8B-B14F-4D97-AF65-F5344CB8AC3E}">
        <p14:creationId xmlns:p14="http://schemas.microsoft.com/office/powerpoint/2010/main" val="246355491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DE0D-F97C-0896-02BA-F2A895A7B7A7}"/>
              </a:ext>
            </a:extLst>
          </p:cNvPr>
          <p:cNvSpPr>
            <a:spLocks noGrp="1"/>
          </p:cNvSpPr>
          <p:nvPr>
            <p:ph type="title"/>
          </p:nvPr>
        </p:nvSpPr>
        <p:spPr>
          <a:xfrm>
            <a:off x="365760" y="427198"/>
            <a:ext cx="11018520" cy="430887"/>
          </a:xfrm>
        </p:spPr>
        <p:txBody>
          <a:bodyPr/>
          <a:lstStyle/>
          <a:p>
            <a:r>
              <a:rPr lang="en-US"/>
              <a:t>CONTD…</a:t>
            </a:r>
          </a:p>
        </p:txBody>
      </p:sp>
      <p:graphicFrame>
        <p:nvGraphicFramePr>
          <p:cNvPr id="4" name="Table 3">
            <a:extLst>
              <a:ext uri="{FF2B5EF4-FFF2-40B4-BE49-F238E27FC236}">
                <a16:creationId xmlns:a16="http://schemas.microsoft.com/office/drawing/2014/main" id="{AB379211-EDC1-FD0A-0E07-0A6902963843}"/>
              </a:ext>
            </a:extLst>
          </p:cNvPr>
          <p:cNvGraphicFramePr>
            <a:graphicFrameLocks noGrp="1"/>
          </p:cNvGraphicFramePr>
          <p:nvPr>
            <p:extLst>
              <p:ext uri="{D42A27DB-BD31-4B8C-83A1-F6EECF244321}">
                <p14:modId xmlns:p14="http://schemas.microsoft.com/office/powerpoint/2010/main" val="3875288936"/>
              </p:ext>
            </p:extLst>
          </p:nvPr>
        </p:nvGraphicFramePr>
        <p:xfrm>
          <a:off x="365760" y="1174687"/>
          <a:ext cx="11484753" cy="4307826"/>
        </p:xfrm>
        <a:graphic>
          <a:graphicData uri="http://schemas.openxmlformats.org/drawingml/2006/table">
            <a:tbl>
              <a:tblPr>
                <a:tableStyleId>{2D5ABB26-0587-4C30-8999-92F81FD0307C}</a:tableStyleId>
              </a:tblPr>
              <a:tblGrid>
                <a:gridCol w="1986784">
                  <a:extLst>
                    <a:ext uri="{9D8B030D-6E8A-4147-A177-3AD203B41FA5}">
                      <a16:colId xmlns:a16="http://schemas.microsoft.com/office/drawing/2014/main" val="2384920013"/>
                    </a:ext>
                  </a:extLst>
                </a:gridCol>
                <a:gridCol w="3926275">
                  <a:extLst>
                    <a:ext uri="{9D8B030D-6E8A-4147-A177-3AD203B41FA5}">
                      <a16:colId xmlns:a16="http://schemas.microsoft.com/office/drawing/2014/main" val="2896416395"/>
                    </a:ext>
                  </a:extLst>
                </a:gridCol>
                <a:gridCol w="1210463">
                  <a:extLst>
                    <a:ext uri="{9D8B030D-6E8A-4147-A177-3AD203B41FA5}">
                      <a16:colId xmlns:a16="http://schemas.microsoft.com/office/drawing/2014/main" val="1561658878"/>
                    </a:ext>
                  </a:extLst>
                </a:gridCol>
                <a:gridCol w="4261204">
                  <a:extLst>
                    <a:ext uri="{9D8B030D-6E8A-4147-A177-3AD203B41FA5}">
                      <a16:colId xmlns:a16="http://schemas.microsoft.com/office/drawing/2014/main" val="251003844"/>
                    </a:ext>
                  </a:extLst>
                </a:gridCol>
                <a:gridCol w="44175">
                  <a:extLst>
                    <a:ext uri="{9D8B030D-6E8A-4147-A177-3AD203B41FA5}">
                      <a16:colId xmlns:a16="http://schemas.microsoft.com/office/drawing/2014/main" val="2412060418"/>
                    </a:ext>
                  </a:extLst>
                </a:gridCol>
                <a:gridCol w="55852">
                  <a:extLst>
                    <a:ext uri="{9D8B030D-6E8A-4147-A177-3AD203B41FA5}">
                      <a16:colId xmlns:a16="http://schemas.microsoft.com/office/drawing/2014/main" val="2737009178"/>
                    </a:ext>
                  </a:extLst>
                </a:gridCol>
              </a:tblGrid>
              <a:tr h="173375">
                <a:tc>
                  <a:txBody>
                    <a:bodyPr/>
                    <a:lstStyle/>
                    <a:p>
                      <a:pPr algn="l" fontAlgn="b">
                        <a:buNone/>
                      </a:pPr>
                      <a:r>
                        <a:rPr lang="en-US" sz="1200" u="none" strike="noStrike">
                          <a:effectLst/>
                        </a:rPr>
                        <a:t>Directory</a:t>
                      </a:r>
                      <a:endParaRPr lang="en-US" sz="1200" b="0" i="0" u="none" strike="noStrike">
                        <a:solidFill>
                          <a:srgbClr val="000000"/>
                        </a:solidFill>
                        <a:effectLst/>
                        <a:latin typeface="Arial" panose="020B0604020202020204" pitchFamily="34" charset="0"/>
                      </a:endParaRPr>
                    </a:p>
                  </a:txBody>
                  <a:tcPr marL="9125" marR="9125" marT="9125" marB="0" anchor="b">
                    <a:solidFill>
                      <a:schemeClr val="bg2"/>
                    </a:solidFill>
                  </a:tcPr>
                </a:tc>
                <a:tc>
                  <a:txBody>
                    <a:bodyPr/>
                    <a:lstStyle/>
                    <a:p>
                      <a:pPr algn="l" fontAlgn="b">
                        <a:buNone/>
                      </a:pPr>
                      <a:r>
                        <a:rPr lang="en-US" sz="1200" u="none" strike="noStrike">
                          <a:effectLst/>
                        </a:rPr>
                        <a:t>File Name</a:t>
                      </a:r>
                      <a:endParaRPr lang="en-US" sz="1200" b="0" i="0" u="none" strike="noStrike">
                        <a:solidFill>
                          <a:srgbClr val="000000"/>
                        </a:solidFill>
                        <a:effectLst/>
                        <a:latin typeface="Arial" panose="020B0604020202020204" pitchFamily="34" charset="0"/>
                      </a:endParaRPr>
                    </a:p>
                  </a:txBody>
                  <a:tcPr marL="9125" marR="9125" marT="9125" marB="0" anchor="b">
                    <a:solidFill>
                      <a:schemeClr val="bg2"/>
                    </a:solidFill>
                  </a:tcPr>
                </a:tc>
                <a:tc>
                  <a:txBody>
                    <a:bodyPr/>
                    <a:lstStyle/>
                    <a:p>
                      <a:pPr algn="l" fontAlgn="b">
                        <a:buNone/>
                      </a:pPr>
                      <a:r>
                        <a:rPr lang="en-US" sz="1200" u="none" strike="noStrike">
                          <a:effectLst/>
                        </a:rPr>
                        <a:t>File Type</a:t>
                      </a:r>
                      <a:endParaRPr lang="en-US" sz="1200" b="0" i="0" u="none" strike="noStrike">
                        <a:solidFill>
                          <a:srgbClr val="000000"/>
                        </a:solidFill>
                        <a:effectLst/>
                        <a:latin typeface="Arial" panose="020B0604020202020204" pitchFamily="34" charset="0"/>
                      </a:endParaRPr>
                    </a:p>
                  </a:txBody>
                  <a:tcPr marL="9125" marR="9125" marT="9125" marB="0" anchor="b">
                    <a:solidFill>
                      <a:schemeClr val="bg2"/>
                    </a:solidFill>
                  </a:tcPr>
                </a:tc>
                <a:tc>
                  <a:txBody>
                    <a:bodyPr/>
                    <a:lstStyle/>
                    <a:p>
                      <a:pPr algn="l" fontAlgn="b">
                        <a:buNone/>
                      </a:pPr>
                      <a:r>
                        <a:rPr lang="en-US" sz="1200" u="none" strike="noStrike">
                          <a:effectLst/>
                        </a:rPr>
                        <a:t>Summary </a:t>
                      </a:r>
                      <a:endParaRPr lang="en-US" sz="1200" b="0" i="0" u="none" strike="noStrike">
                        <a:solidFill>
                          <a:srgbClr val="000000"/>
                        </a:solidFill>
                        <a:effectLst/>
                        <a:latin typeface="Arial" panose="020B0604020202020204" pitchFamily="34" charset="0"/>
                      </a:endParaRPr>
                    </a:p>
                  </a:txBody>
                  <a:tcPr marL="9125" marR="9125" marT="9125" marB="0" anchor="b">
                    <a:solidFill>
                      <a:schemeClr val="bg2"/>
                    </a:solidFill>
                  </a:tcPr>
                </a:tc>
                <a:tc gridSpan="2">
                  <a:txBody>
                    <a:bodyPr/>
                    <a:lstStyle/>
                    <a:p>
                      <a:pPr algn="l" fontAlgn="b">
                        <a:buNone/>
                      </a:pP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267077082"/>
                  </a:ext>
                </a:extLst>
              </a:tr>
              <a:tr h="330324">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mcp_verification_summary.html</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Summary Report</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HTML summary of multicycle path verification with pass/fail statistics</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875397964"/>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B w="12700" cap="flat" cmpd="sng" algn="ctr">
                      <a:noFill/>
                      <a:prstDash val="solid"/>
                      <a:round/>
                      <a:headEnd type="none" w="med" len="med"/>
                      <a:tailEnd type="none" w="med" len="med"/>
                    </a:lnB>
                  </a:tcPr>
                </a:tc>
                <a:tc>
                  <a:txBody>
                    <a:bodyPr/>
                    <a:lstStyle/>
                    <a:p>
                      <a:pPr algn="l" fontAlgn="b">
                        <a:buNone/>
                      </a:pPr>
                      <a:r>
                        <a:rPr lang="en-US" sz="1200" u="none" strike="noStrike">
                          <a:effectLst/>
                        </a:rPr>
                        <a:t>passing_and_failing_exceptions_mcp.csv</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Metrics Report</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CSV summary of passing and failing MCP exceptions</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876746578"/>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200" u="none" strike="noStrike">
                          <a:effectLst/>
                        </a:rPr>
                        <a:t>passing_and_failing_exceptions_mcp.modified.csv</a:t>
                      </a:r>
                      <a:endParaRPr lang="en-US" sz="1200" b="0" i="0" u="none" strike="noStrike">
                        <a:solidFill>
                          <a:srgbClr val="000000"/>
                        </a:solidFill>
                        <a:effectLst/>
                        <a:latin typeface="Arial" panose="020B0604020202020204" pitchFamily="34" charset="0"/>
                      </a:endParaRPr>
                    </a:p>
                  </a:txBody>
                  <a:tcPr marL="9125" marR="9125" marT="9125" marB="0" anchor="b">
                    <a:lnL>
                      <a:noFill/>
                    </a:lnL>
                  </a:tcPr>
                </a:tc>
                <a:tc>
                  <a:txBody>
                    <a:bodyPr/>
                    <a:lstStyle/>
                    <a:p>
                      <a:pPr algn="l" fontAlgn="b">
                        <a:buNone/>
                      </a:pPr>
                      <a:r>
                        <a:rPr lang="en-US" sz="1200" u="none" strike="noStrike">
                          <a:effectLst/>
                        </a:rPr>
                        <a:t>Metrics Report</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Modified MCP exception CSV with additional analysis data</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3055913991"/>
                  </a:ext>
                </a:extLst>
              </a:tr>
              <a:tr h="330324">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l" fontAlgn="b">
                        <a:buNone/>
                      </a:pPr>
                      <a:r>
                        <a:rPr lang="en-US" sz="1200" u="none" strike="noStrike" err="1">
                          <a:effectLst/>
                        </a:rPr>
                        <a:t>pass.sdc</a:t>
                      </a:r>
                      <a:endParaRPr lang="en-US" sz="1200" b="0" i="0" u="none" strike="noStrike">
                        <a:solidFill>
                          <a:srgbClr val="000000"/>
                        </a:solidFill>
                        <a:effectLst/>
                        <a:latin typeface="Arial" panose="020B0604020202020204" pitchFamily="34" charset="0"/>
                      </a:endParaRPr>
                    </a:p>
                  </a:txBody>
                  <a:tcPr marL="9125" marR="9125" marT="9125" marB="0" anchor="b">
                    <a:lnL>
                      <a:noFill/>
                    </a:lnL>
                  </a:tcPr>
                </a:tc>
                <a:tc>
                  <a:txBody>
                    <a:bodyPr/>
                    <a:lstStyle/>
                    <a:p>
                      <a:pPr algn="l" fontAlgn="b">
                        <a:buNone/>
                      </a:pPr>
                      <a:r>
                        <a:rPr lang="en-US" sz="1200" u="none" strike="noStrike">
                          <a:effectLst/>
                        </a:rPr>
                        <a:t>Constraint File</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Multicycle paths that successfully passed formal verification</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1323048260"/>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200" u="none" strike="noStrike" err="1">
                          <a:effectLst/>
                        </a:rPr>
                        <a:t>fail.sdc</a:t>
                      </a:r>
                      <a:endParaRPr lang="en-US" sz="1200" b="0" i="0" u="none" strike="noStrike">
                        <a:solidFill>
                          <a:srgbClr val="000000"/>
                        </a:solidFill>
                        <a:effectLst/>
                        <a:latin typeface="Arial" panose="020B0604020202020204" pitchFamily="34" charset="0"/>
                      </a:endParaRPr>
                    </a:p>
                  </a:txBody>
                  <a:tcPr marL="9125" marR="9125" marT="9125" marB="0" anchor="b">
                    <a:lnL>
                      <a:noFill/>
                    </a:lnL>
                  </a:tcPr>
                </a:tc>
                <a:tc>
                  <a:txBody>
                    <a:bodyPr/>
                    <a:lstStyle/>
                    <a:p>
                      <a:pPr algn="l" fontAlgn="b">
                        <a:buNone/>
                      </a:pPr>
                      <a:r>
                        <a:rPr lang="en-US" sz="1200" u="none" strike="noStrike">
                          <a:effectLst/>
                        </a:rPr>
                        <a:t>Constraint File</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Multicycle paths that failed verification requiring correction</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3839568876"/>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200" u="none" strike="noStrike" err="1">
                          <a:effectLst/>
                        </a:rPr>
                        <a:t>no_paths.sdc</a:t>
                      </a:r>
                      <a:endParaRPr lang="en-US" sz="1200" b="0" i="0" u="none" strike="noStrike">
                        <a:solidFill>
                          <a:srgbClr val="000000"/>
                        </a:solidFill>
                        <a:effectLst/>
                        <a:latin typeface="Arial" panose="020B0604020202020204" pitchFamily="34" charset="0"/>
                      </a:endParaRPr>
                    </a:p>
                  </a:txBody>
                  <a:tcPr marL="9125" marR="9125" marT="9125" marB="0" anchor="b">
                    <a:lnL>
                      <a:noFill/>
                    </a:lnL>
                  </a:tcPr>
                </a:tc>
                <a:tc>
                  <a:txBody>
                    <a:bodyPr/>
                    <a:lstStyle/>
                    <a:p>
                      <a:pPr algn="l" fontAlgn="b">
                        <a:buNone/>
                      </a:pPr>
                      <a:r>
                        <a:rPr lang="en-US" sz="1200" u="none" strike="noStrike">
                          <a:effectLst/>
                        </a:rPr>
                        <a:t>Constraint File</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MCP constraints where no matching timing paths exist</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3679511441"/>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l" fontAlgn="b">
                        <a:buNone/>
                      </a:pPr>
                      <a:r>
                        <a:rPr lang="en-US" sz="1200" u="none" strike="noStrike" err="1">
                          <a:effectLst/>
                        </a:rPr>
                        <a:t>unknown.sdc</a:t>
                      </a:r>
                      <a:endParaRPr lang="en-US" sz="1200" b="0" i="0" u="none" strike="noStrike">
                        <a:solidFill>
                          <a:srgbClr val="000000"/>
                        </a:solidFill>
                        <a:effectLst/>
                        <a:latin typeface="Arial" panose="020B0604020202020204" pitchFamily="34" charset="0"/>
                      </a:endParaRPr>
                    </a:p>
                  </a:txBody>
                  <a:tcPr marL="9125" marR="9125" marT="9125" marB="0" anchor="b">
                    <a:lnL>
                      <a:noFill/>
                    </a:lnL>
                  </a:tcPr>
                </a:tc>
                <a:tc>
                  <a:txBody>
                    <a:bodyPr/>
                    <a:lstStyle/>
                    <a:p>
                      <a:pPr algn="l" fontAlgn="b">
                        <a:buNone/>
                      </a:pPr>
                      <a:r>
                        <a:rPr lang="en-US" sz="1200" u="none" strike="noStrike">
                          <a:effectLst/>
                        </a:rPr>
                        <a:t>Constraint File</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Multicycle paths with indeterminate verification status</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1683968297"/>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L>
                      <a:noFill/>
                    </a:lnL>
                    <a:lnR>
                      <a:noFill/>
                    </a:lnR>
                    <a:lnT>
                      <a:noFill/>
                    </a:lnT>
                    <a:lnB>
                      <a:noFill/>
                    </a:lnB>
                    <a:lnTlToBr w="12700" cmpd="sng">
                      <a:noFill/>
                      <a:prstDash val="solid"/>
                    </a:lnTlToBr>
                    <a:lnBlToTr w="12700" cmpd="sng">
                      <a:noFill/>
                      <a:prstDash val="solid"/>
                    </a:lnBlToTr>
                  </a:tcPr>
                </a:tc>
                <a:tc>
                  <a:txBody>
                    <a:bodyPr/>
                    <a:lstStyle/>
                    <a:p>
                      <a:pPr algn="l" fontAlgn="b">
                        <a:buNone/>
                      </a:pPr>
                      <a:r>
                        <a:rPr lang="en-US" sz="1200" u="none" strike="noStrike">
                          <a:effectLst/>
                        </a:rPr>
                        <a:t>assertions.out.gz</a:t>
                      </a:r>
                      <a:endParaRPr lang="en-US" sz="1200" b="0" i="0" u="none" strike="noStrike">
                        <a:solidFill>
                          <a:srgbClr val="000000"/>
                        </a:solidFill>
                        <a:effectLst/>
                        <a:latin typeface="Arial" panose="020B0604020202020204" pitchFamily="34" charset="0"/>
                      </a:endParaRPr>
                    </a:p>
                  </a:txBody>
                  <a:tcPr marL="9125" marR="9125" marT="9125" marB="0" anchor="b">
                    <a:lnL>
                      <a:noFill/>
                    </a:lnL>
                  </a:tcPr>
                </a:tc>
                <a:tc>
                  <a:txBody>
                    <a:bodyPr/>
                    <a:lstStyle/>
                    <a:p>
                      <a:pPr algn="l" fontAlgn="b">
                        <a:buNone/>
                      </a:pPr>
                      <a:r>
                        <a:rPr lang="en-US" sz="1200" u="none" strike="noStrike">
                          <a:effectLst/>
                        </a:rPr>
                        <a:t>Formal Results</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Compressed assertion results from MCP formal verification</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3715513605"/>
                  </a:ext>
                </a:extLst>
              </a:tr>
              <a:tr h="330324">
                <a:tc>
                  <a:txBody>
                    <a:bodyPr/>
                    <a:lstStyle/>
                    <a:p>
                      <a:pPr algn="l" fontAlgn="b">
                        <a:buNone/>
                      </a:pPr>
                      <a:r>
                        <a:rPr lang="en-US" sz="1200" u="none" strike="noStrike" err="1">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T>
                      <a:noFill/>
                    </a:lnT>
                  </a:tcPr>
                </a:tc>
                <a:tc>
                  <a:txBody>
                    <a:bodyPr/>
                    <a:lstStyle/>
                    <a:p>
                      <a:pPr algn="l" fontAlgn="b">
                        <a:buNone/>
                      </a:pPr>
                      <a:r>
                        <a:rPr lang="en-US" sz="1200" u="none" strike="noStrike">
                          <a:effectLst/>
                        </a:rPr>
                        <a:t>verify_mcp</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Executable</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Executable script to run multicycle path verification flow</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2288843220"/>
                  </a:ext>
                </a:extLst>
              </a:tr>
              <a:tr h="173375">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run_confirm.log</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Log</a:t>
                      </a:r>
                      <a:endParaRPr lang="en-US" sz="1200" b="0" i="0" u="none" strike="noStrike">
                        <a:solidFill>
                          <a:srgbClr val="000000"/>
                        </a:solidFill>
                        <a:effectLst/>
                        <a:latin typeface="Arial" panose="020B0604020202020204" pitchFamily="34" charset="0"/>
                      </a:endParaRPr>
                    </a:p>
                  </a:txBody>
                  <a:tcPr marL="9125" marR="9125" marT="9125" marB="0" anchor="b"/>
                </a:tc>
                <a:tc gridSpan="2">
                  <a:txBody>
                    <a:bodyPr/>
                    <a:lstStyle/>
                    <a:p>
                      <a:pPr algn="l" fontAlgn="b">
                        <a:buNone/>
                      </a:pPr>
                      <a:r>
                        <a:rPr lang="en-US" sz="1200" u="none" strike="noStrike">
                          <a:effectLst/>
                        </a:rPr>
                        <a:t>Detailed log from MCP confirmation phase</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endParaRPr lang="en-US" sz="12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2235832164"/>
                  </a:ext>
                </a:extLst>
              </a:tr>
              <a:tr h="173375">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run_confirm_mem.log</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Log</a:t>
                      </a:r>
                      <a:endParaRPr lang="en-US" sz="1200" b="0" i="0" u="none" strike="noStrike">
                        <a:solidFill>
                          <a:srgbClr val="000000"/>
                        </a:solidFill>
                        <a:effectLst/>
                        <a:latin typeface="Arial" panose="020B0604020202020204" pitchFamily="34" charset="0"/>
                      </a:endParaRPr>
                    </a:p>
                  </a:txBody>
                  <a:tcPr marL="9125" marR="9125" marT="9125" marB="0" anchor="b"/>
                </a:tc>
                <a:tc gridSpan="2">
                  <a:txBody>
                    <a:bodyPr/>
                    <a:lstStyle/>
                    <a:p>
                      <a:pPr algn="l" fontAlgn="b">
                        <a:buNone/>
                      </a:pPr>
                      <a:r>
                        <a:rPr lang="en-US" sz="1200" u="none" strike="noStrike">
                          <a:effectLst/>
                        </a:rPr>
                        <a:t>Memory usage log during MCP confirmation</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endParaRPr lang="en-US" sz="12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4036168898"/>
                  </a:ext>
                </a:extLst>
              </a:tr>
              <a:tr h="173375">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confirm_mem.log</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Log</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Memory tracking log for MCP confirmation phase</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2509263455"/>
                  </a:ext>
                </a:extLst>
              </a:tr>
              <a:tr h="330324">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err="1">
                          <a:effectLst/>
                        </a:rPr>
                        <a:t>generate_html</a:t>
                      </a:r>
                      <a:endParaRPr lang="en-US" sz="1200" b="0" i="0" u="none" strike="noStrike">
                        <a:solidFill>
                          <a:srgbClr val="000000"/>
                        </a:solidFill>
                        <a:effectLst/>
                        <a:latin typeface="Arial" panose="020B0604020202020204" pitchFamily="34" charset="0"/>
                      </a:endParaRPr>
                    </a:p>
                  </a:txBody>
                  <a:tcPr marL="9125" marR="9125" marT="9125" marB="0" anchor="b"/>
                </a:tc>
                <a:tc>
                  <a:txBody>
                    <a:bodyPr/>
                    <a:lstStyle/>
                    <a:p>
                      <a:pPr algn="l" fontAlgn="b">
                        <a:buNone/>
                      </a:pPr>
                      <a:r>
                        <a:rPr lang="en-US" sz="1200" u="none" strike="noStrike">
                          <a:effectLst/>
                        </a:rPr>
                        <a:t>Executable</a:t>
                      </a:r>
                      <a:endParaRPr lang="en-US" sz="1200" b="0" i="0" u="none" strike="noStrike">
                        <a:solidFill>
                          <a:srgbClr val="000000"/>
                        </a:solidFill>
                        <a:effectLst/>
                        <a:latin typeface="Arial" panose="020B0604020202020204" pitchFamily="34" charset="0"/>
                      </a:endParaRPr>
                    </a:p>
                  </a:txBody>
                  <a:tcPr marL="9125" marR="9125" marT="9125" marB="0" anchor="b"/>
                </a:tc>
                <a:tc gridSpan="3">
                  <a:txBody>
                    <a:bodyPr/>
                    <a:lstStyle/>
                    <a:p>
                      <a:pPr algn="l" fontAlgn="b">
                        <a:buNone/>
                      </a:pPr>
                      <a:r>
                        <a:rPr lang="en-US" sz="1200" u="none" strike="noStrike">
                          <a:effectLst/>
                        </a:rPr>
                        <a:t>Script to generate HTML summary for MCP verification</a:t>
                      </a:r>
                      <a:endParaRPr lang="en-US" sz="1200" b="0" i="0" u="none" strike="noStrike">
                        <a:solidFill>
                          <a:srgbClr val="000000"/>
                        </a:solidFill>
                        <a:effectLst/>
                        <a:latin typeface="Arial" panose="020B0604020202020204" pitchFamily="34" charset="0"/>
                      </a:endParaRPr>
                    </a:p>
                  </a:txBody>
                  <a:tcPr marL="9125" marR="9125" marT="9125" marB="0" anchor="b"/>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2543280235"/>
                  </a:ext>
                </a:extLst>
              </a:tr>
              <a:tr h="173375">
                <a:tc>
                  <a:txBody>
                    <a:bodyPr/>
                    <a:lstStyle/>
                    <a:p>
                      <a:pPr algn="l" fontAlgn="b">
                        <a:buNone/>
                      </a:pPr>
                      <a:r>
                        <a:rPr lang="en-US" sz="1200" u="none" strike="noStrike">
                          <a:effectLst/>
                        </a:rPr>
                        <a:t>mcp_verification</a:t>
                      </a:r>
                      <a:endParaRPr lang="en-US" sz="1200" b="0" i="0" u="none" strike="noStrike">
                        <a:solidFill>
                          <a:srgbClr val="000000"/>
                        </a:solidFill>
                        <a:effectLst/>
                        <a:latin typeface="Arial" panose="020B0604020202020204" pitchFamily="34" charset="0"/>
                      </a:endParaRPr>
                    </a:p>
                  </a:txBody>
                  <a:tcPr marL="9125" marR="9125" marT="912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a:effectLst/>
                        </a:rPr>
                        <a:t>generate_html.log</a:t>
                      </a:r>
                      <a:endParaRPr lang="en-US" sz="1200" b="0" i="0" u="none" strike="noStrike">
                        <a:solidFill>
                          <a:srgbClr val="000000"/>
                        </a:solidFill>
                        <a:effectLst/>
                        <a:latin typeface="Arial" panose="020B0604020202020204" pitchFamily="34" charset="0"/>
                      </a:endParaRPr>
                    </a:p>
                  </a:txBody>
                  <a:tcPr marL="9125" marR="9125" marT="9125" marB="0" anchor="b">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a:effectLst/>
                        </a:rPr>
                        <a:t>Log</a:t>
                      </a:r>
                      <a:endParaRPr lang="en-US" sz="1200" b="0" i="0" u="none" strike="noStrike">
                        <a:solidFill>
                          <a:srgbClr val="000000"/>
                        </a:solidFill>
                        <a:effectLst/>
                        <a:latin typeface="Arial" panose="020B0604020202020204" pitchFamily="34" charset="0"/>
                      </a:endParaRPr>
                    </a:p>
                  </a:txBody>
                  <a:tcPr marL="9125" marR="9125" marT="9125" marB="0" anchor="b">
                    <a:lnB w="12700" cap="flat" cmpd="sng" algn="ctr">
                      <a:solidFill>
                        <a:schemeClr val="tx1"/>
                      </a:solidFill>
                      <a:prstDash val="solid"/>
                      <a:round/>
                      <a:headEnd type="none" w="med" len="med"/>
                      <a:tailEnd type="none" w="med" len="med"/>
                    </a:lnB>
                  </a:tcPr>
                </a:tc>
                <a:tc gridSpan="3">
                  <a:txBody>
                    <a:bodyPr/>
                    <a:lstStyle/>
                    <a:p>
                      <a:pPr algn="l" fontAlgn="b">
                        <a:buNone/>
                      </a:pPr>
                      <a:r>
                        <a:rPr lang="en-US" sz="1200" u="none" strike="noStrike">
                          <a:effectLst/>
                        </a:rPr>
                        <a:t>Log from MCP HTML report generation phase</a:t>
                      </a:r>
                      <a:endParaRPr lang="en-US" sz="1200" b="0" i="0" u="none" strike="noStrike">
                        <a:solidFill>
                          <a:srgbClr val="000000"/>
                        </a:solidFill>
                        <a:effectLst/>
                        <a:latin typeface="Arial" panose="020B0604020202020204" pitchFamily="34" charset="0"/>
                      </a:endParaRPr>
                    </a:p>
                  </a:txBody>
                  <a:tcPr marL="9125" marR="9125" marT="9125" marB="0" anchor="b">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pPr algn="l" fontAlgn="b">
                        <a:buNone/>
                      </a:pPr>
                      <a:endParaRPr lang="en-US" sz="1100" b="0" i="0" u="none" strike="noStrike">
                        <a:solidFill>
                          <a:srgbClr val="000000"/>
                        </a:solidFill>
                        <a:effectLst/>
                        <a:latin typeface="Arial" panose="020B0604020202020204" pitchFamily="34" charset="0"/>
                      </a:endParaRPr>
                    </a:p>
                  </a:txBody>
                  <a:tcPr marL="9125" marR="9125" marT="9125" marB="0" anchor="b"/>
                </a:tc>
                <a:extLst>
                  <a:ext uri="{0D108BD9-81ED-4DB2-BD59-A6C34878D82A}">
                    <a16:rowId xmlns:a16="http://schemas.microsoft.com/office/drawing/2014/main" val="359272200"/>
                  </a:ext>
                </a:extLst>
              </a:tr>
            </a:tbl>
          </a:graphicData>
        </a:graphic>
      </p:graphicFrame>
    </p:spTree>
    <p:extLst>
      <p:ext uri="{BB962C8B-B14F-4D97-AF65-F5344CB8AC3E}">
        <p14:creationId xmlns:p14="http://schemas.microsoft.com/office/powerpoint/2010/main" val="358087411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603E8FF4-A754-B028-C9C8-932D25A7DC95}"/>
              </a:ext>
            </a:extLst>
          </p:cNvPr>
          <p:cNvSpPr txBox="1"/>
          <p:nvPr/>
        </p:nvSpPr>
        <p:spPr>
          <a:xfrm>
            <a:off x="205770" y="4525411"/>
            <a:ext cx="4899056" cy="630942"/>
          </a:xfrm>
          <a:prstGeom prst="rect">
            <a:avLst/>
          </a:prstGeom>
          <a:noFill/>
          <a:ln>
            <a:noFill/>
          </a:ln>
        </p:spPr>
        <p:txBody>
          <a:bodyPr wrap="square">
            <a:spAutoFit/>
          </a:bodyPr>
          <a:lstStyle/>
          <a:p>
            <a:r>
              <a:rPr lang="en-US" sz="1200">
                <a:latin typeface="Calibri" panose="020F0502020204030204" pitchFamily="34" charset="0"/>
                <a:ea typeface="Calibri" panose="020F0502020204030204" pitchFamily="34" charset="0"/>
                <a:cs typeface="Calibri" panose="020F0502020204030204" pitchFamily="34" charset="0"/>
              </a:rPr>
              <a:t>Generated SDC(s)</a:t>
            </a:r>
          </a:p>
          <a:p>
            <a:r>
              <a:rPr lang="en-US" sz="1100">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 </a:t>
            </a:r>
            <a:r>
              <a:rPr lang="en-US" sz="1100" err="1">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rpts</a:t>
            </a:r>
            <a:r>
              <a:rPr lang="en-US" sz="1100">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/&lt;TARGET_NAME&gt;/</a:t>
            </a:r>
            <a:r>
              <a:rPr lang="en-US" sz="1100" err="1">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constraints_demotion</a:t>
            </a:r>
            <a:r>
              <a:rPr lang="en-US" sz="1100">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/&lt;</a:t>
            </a:r>
            <a:r>
              <a:rPr lang="en-US" sz="1100" err="1">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block_name</a:t>
            </a:r>
            <a:r>
              <a:rPr lang="en-US" sz="1100">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&gt;.</a:t>
            </a:r>
            <a:r>
              <a:rPr lang="en-US" sz="1100" err="1">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rPr>
              <a:t>sdc</a:t>
            </a:r>
            <a:endParaRPr lang="en-US" sz="1100">
              <a:gradFill>
                <a:gsLst>
                  <a:gs pos="0">
                    <a:srgbClr val="FFFFFF"/>
                  </a:gs>
                  <a:gs pos="100000">
                    <a:srgbClr val="FFFFFF"/>
                  </a:gs>
                </a:gsLst>
                <a:lin ang="5400000" scaled="0"/>
              </a:gradFill>
              <a:latin typeface="Consolas" panose="020B0609020204030204" pitchFamily="49" charset="0"/>
              <a:ea typeface="Segoe UI" pitchFamily="34" charset="0"/>
              <a:cs typeface="Segoe UI" pitchFamily="34" charset="0"/>
            </a:endParaRPr>
          </a:p>
          <a:p>
            <a:r>
              <a:rPr lang="en-US" sz="1200" b="1">
                <a:latin typeface="Consolas" panose="020B0609020204030204" pitchFamily="49" charset="0"/>
              </a:rPr>
              <a:t> </a:t>
            </a:r>
            <a:endParaRPr lang="en-US" sz="1200">
              <a:latin typeface="Consolas" panose="020B0609020204030204" pitchFamily="49" charset="0"/>
            </a:endParaRPr>
          </a:p>
        </p:txBody>
      </p:sp>
      <p:sp>
        <p:nvSpPr>
          <p:cNvPr id="6" name="Flowchart: Document 5">
            <a:extLst>
              <a:ext uri="{FF2B5EF4-FFF2-40B4-BE49-F238E27FC236}">
                <a16:creationId xmlns:a16="http://schemas.microsoft.com/office/drawing/2014/main" id="{70930ACB-E9C6-975D-F6B8-C31BF44EBFA5}"/>
              </a:ext>
            </a:extLst>
          </p:cNvPr>
          <p:cNvSpPr/>
          <p:nvPr/>
        </p:nvSpPr>
        <p:spPr bwMode="auto">
          <a:xfrm>
            <a:off x="205770" y="1888880"/>
            <a:ext cx="1315562" cy="480331"/>
          </a:xfrm>
          <a:prstGeom prst="flowChartDocument">
            <a:avLst/>
          </a:prstGeom>
          <a:solidFill>
            <a:schemeClr val="accent4"/>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r>
              <a:rPr lang="en-US" sz="900" b="1">
                <a:solidFill>
                  <a:schemeClr val="bg1"/>
                </a:solidFill>
                <a:latin typeface="Calibri" panose="020F0502020204030204" pitchFamily="34" charset="0"/>
                <a:ea typeface="Calibri" panose="020F0502020204030204" pitchFamily="34" charset="0"/>
                <a:cs typeface="Calibri" panose="020F0502020204030204" pitchFamily="34" charset="0"/>
              </a:rPr>
              <a:t>TCM_BLOCK_LIST</a:t>
            </a:r>
          </a:p>
        </p:txBody>
      </p:sp>
      <p:sp>
        <p:nvSpPr>
          <p:cNvPr id="13" name="Rectangle 12">
            <a:extLst>
              <a:ext uri="{FF2B5EF4-FFF2-40B4-BE49-F238E27FC236}">
                <a16:creationId xmlns:a16="http://schemas.microsoft.com/office/drawing/2014/main" id="{569B27F1-BA0C-D8A7-A040-868B23D68F19}"/>
              </a:ext>
            </a:extLst>
          </p:cNvPr>
          <p:cNvSpPr/>
          <p:nvPr/>
        </p:nvSpPr>
        <p:spPr bwMode="auto">
          <a:xfrm>
            <a:off x="1952543" y="2631030"/>
            <a:ext cx="1695793" cy="544841"/>
          </a:xfrm>
          <a:prstGeom prst="rect">
            <a:avLst/>
          </a:prstGeom>
          <a:solidFill>
            <a:schemeClr val="accent1"/>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Demotion </a:t>
            </a:r>
          </a:p>
          <a:p>
            <a:pPr algn="ctr" defTabSz="932472" fontAlgn="base">
              <a:spcBef>
                <a:spcPct val="0"/>
              </a:spcBef>
              <a:spcAft>
                <a:spcPct val="0"/>
              </a:spcAft>
            </a:pP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TCM Lint </a:t>
            </a:r>
          </a:p>
        </p:txBody>
      </p:sp>
      <p:sp>
        <p:nvSpPr>
          <p:cNvPr id="15" name="Flowchart: Multidocument 14">
            <a:extLst>
              <a:ext uri="{FF2B5EF4-FFF2-40B4-BE49-F238E27FC236}">
                <a16:creationId xmlns:a16="http://schemas.microsoft.com/office/drawing/2014/main" id="{418DF790-EADF-B33E-A562-00E9B3317CDD}"/>
              </a:ext>
            </a:extLst>
          </p:cNvPr>
          <p:cNvSpPr/>
          <p:nvPr/>
        </p:nvSpPr>
        <p:spPr bwMode="auto">
          <a:xfrm>
            <a:off x="630296" y="3256759"/>
            <a:ext cx="1539580" cy="731038"/>
          </a:xfrm>
          <a:prstGeom prst="flowChartMultidocument">
            <a:avLst/>
          </a:prstGeom>
          <a:solidFill>
            <a:srgbClr val="DBEBB0"/>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Demoted constraints</a:t>
            </a:r>
          </a:p>
          <a:p>
            <a:pPr algn="l" defTabSz="932472" fontAlgn="base">
              <a:spcBef>
                <a:spcPct val="0"/>
              </a:spcBef>
              <a:spcAft>
                <a:spcPct val="0"/>
              </a:spcAft>
            </a:pP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E013301-F1B3-443F-B82B-B4D79CBFF1ED}"/>
              </a:ext>
            </a:extLst>
          </p:cNvPr>
          <p:cNvSpPr/>
          <p:nvPr/>
        </p:nvSpPr>
        <p:spPr bwMode="auto">
          <a:xfrm>
            <a:off x="1819732" y="1484987"/>
            <a:ext cx="1879698" cy="852930"/>
          </a:xfrm>
          <a:prstGeom prst="rect">
            <a:avLst/>
          </a:prstGeom>
          <a:solidFill>
            <a:schemeClr val="tx1">
              <a:lumMod val="75000"/>
            </a:schemeClr>
          </a:solidFill>
          <a:ln>
            <a:solidFill>
              <a:schemeClr val="bg1"/>
            </a:solid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932472" fontAlgn="base">
              <a:spcBef>
                <a:spcPct val="0"/>
              </a:spcBef>
              <a:spcAft>
                <a:spcPct val="0"/>
              </a:spcAft>
            </a:pPr>
            <a:endParaRPr lang="en-US" sz="9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34" name="Straight Arrow Connector 33">
            <a:extLst>
              <a:ext uri="{FF2B5EF4-FFF2-40B4-BE49-F238E27FC236}">
                <a16:creationId xmlns:a16="http://schemas.microsoft.com/office/drawing/2014/main" id="{08C7D52C-2200-13BB-BAAB-3593612A8CC2}"/>
              </a:ext>
            </a:extLst>
          </p:cNvPr>
          <p:cNvCxnSpPr>
            <a:cxnSpLocks/>
          </p:cNvCxnSpPr>
          <p:nvPr/>
        </p:nvCxnSpPr>
        <p:spPr>
          <a:xfrm>
            <a:off x="1521332" y="2129045"/>
            <a:ext cx="297463" cy="0"/>
          </a:xfrm>
          <a:prstGeom prst="straightConnector1">
            <a:avLst/>
          </a:prstGeom>
          <a:ln w="19050">
            <a:headEnd type="none" w="lg" len="med"/>
            <a:tailEnd type="triangle"/>
          </a:ln>
        </p:spPr>
        <p:style>
          <a:lnRef idx="1">
            <a:schemeClr val="accent4"/>
          </a:lnRef>
          <a:fillRef idx="0">
            <a:schemeClr val="accent4"/>
          </a:fillRef>
          <a:effectRef idx="0">
            <a:schemeClr val="accent4"/>
          </a:effectRef>
          <a:fontRef idx="minor">
            <a:schemeClr val="tx1"/>
          </a:fontRef>
        </p:style>
      </p:cxnSp>
      <p:sp>
        <p:nvSpPr>
          <p:cNvPr id="35" name="TextBox 21">
            <a:extLst>
              <a:ext uri="{FF2B5EF4-FFF2-40B4-BE49-F238E27FC236}">
                <a16:creationId xmlns:a16="http://schemas.microsoft.com/office/drawing/2014/main" id="{4D7D28E3-C029-A148-C9DA-616A0C778B3C}"/>
              </a:ext>
            </a:extLst>
          </p:cNvPr>
          <p:cNvSpPr txBox="1"/>
          <p:nvPr/>
        </p:nvSpPr>
        <p:spPr>
          <a:xfrm>
            <a:off x="1899996" y="1964961"/>
            <a:ext cx="590350" cy="307777"/>
          </a:xfrm>
          <a:prstGeom prst="rect">
            <a:avLst/>
          </a:prstGeom>
          <a:solidFill>
            <a:schemeClr val="bg2">
              <a:lumMod val="20000"/>
              <a:lumOff val="80000"/>
            </a:schemeClr>
          </a:solidFill>
          <a:scene3d>
            <a:camera prst="orthographicFront"/>
            <a:lightRig rig="threePt" dir="t"/>
          </a:scene3d>
          <a:sp3d>
            <a:bevelT/>
          </a:sp3d>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buClr>
                <a:schemeClr val="accent1"/>
              </a:buClr>
              <a:buSzPct val="60000"/>
            </a:pPr>
            <a:r>
              <a:rPr lang="en-US" sz="1000" b="1">
                <a:solidFill>
                  <a:schemeClr val="bg1"/>
                </a:solidFill>
                <a:latin typeface="Calibri" panose="020F0502020204030204" pitchFamily="34" charset="0"/>
                <a:ea typeface="Calibri" panose="020F0502020204030204" pitchFamily="34" charset="0"/>
                <a:cs typeface="Calibri" panose="020F0502020204030204" pitchFamily="34" charset="0"/>
              </a:rPr>
              <a:t>Convert xml to SDC</a:t>
            </a:r>
          </a:p>
        </p:txBody>
      </p:sp>
      <p:sp>
        <p:nvSpPr>
          <p:cNvPr id="45" name="TextBox 121">
            <a:extLst>
              <a:ext uri="{FF2B5EF4-FFF2-40B4-BE49-F238E27FC236}">
                <a16:creationId xmlns:a16="http://schemas.microsoft.com/office/drawing/2014/main" id="{6D69EA94-DFFA-07AC-2F0C-6CBBC526AFDE}"/>
              </a:ext>
            </a:extLst>
          </p:cNvPr>
          <p:cNvSpPr txBox="1"/>
          <p:nvPr/>
        </p:nvSpPr>
        <p:spPr>
          <a:xfrm>
            <a:off x="2935992" y="1972212"/>
            <a:ext cx="702951" cy="153888"/>
          </a:xfrm>
          <a:prstGeom prst="rect">
            <a:avLst/>
          </a:prstGeom>
          <a:solidFill>
            <a:schemeClr val="bg2">
              <a:lumMod val="20000"/>
              <a:lumOff val="80000"/>
            </a:schemeClr>
          </a:solidFill>
          <a:scene3d>
            <a:camera prst="orthographicFront"/>
            <a:lightRig rig="threePt" dir="t"/>
          </a:scene3d>
          <a:sp3d>
            <a:bevelT/>
          </a:sp3d>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buClr>
                <a:schemeClr val="accent1"/>
              </a:buClr>
              <a:buSzPct val="60000"/>
            </a:pPr>
            <a:r>
              <a:rPr lang="en-US" sz="1000" b="1">
                <a:solidFill>
                  <a:schemeClr val="bg1"/>
                </a:solidFill>
                <a:latin typeface="Calibri" panose="020F0502020204030204" pitchFamily="34" charset="0"/>
                <a:ea typeface="Calibri" panose="020F0502020204030204" pitchFamily="34" charset="0"/>
                <a:cs typeface="Calibri" panose="020F0502020204030204" pitchFamily="34" charset="0"/>
              </a:rPr>
              <a:t> Get SDC</a:t>
            </a:r>
          </a:p>
        </p:txBody>
      </p:sp>
      <p:sp>
        <p:nvSpPr>
          <p:cNvPr id="46" name="Flowchart: Decision 45">
            <a:extLst>
              <a:ext uri="{FF2B5EF4-FFF2-40B4-BE49-F238E27FC236}">
                <a16:creationId xmlns:a16="http://schemas.microsoft.com/office/drawing/2014/main" id="{0DCBFAF7-AAD7-3397-1155-013DFD39E9C3}"/>
              </a:ext>
            </a:extLst>
          </p:cNvPr>
          <p:cNvSpPr/>
          <p:nvPr/>
        </p:nvSpPr>
        <p:spPr bwMode="auto">
          <a:xfrm>
            <a:off x="2350217" y="1587038"/>
            <a:ext cx="702951" cy="471166"/>
          </a:xfrm>
          <a:prstGeom prst="flowChartDecision">
            <a:avLst/>
          </a:prstGeom>
          <a:solidFill>
            <a:schemeClr val="accent1"/>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endParaRPr lang="en-US" sz="1100" b="1">
              <a:gradFill>
                <a:gsLst>
                  <a:gs pos="0">
                    <a:srgbClr val="FFFFFF"/>
                  </a:gs>
                  <a:gs pos="100000">
                    <a:srgbClr val="FFFFFF"/>
                  </a:gs>
                </a:gsLst>
                <a:lin ang="5400000" scaled="0"/>
              </a:gradFill>
              <a:latin typeface="Calibri" panose="020F0502020204030204" pitchFamily="34" charset="0"/>
              <a:ea typeface="Calibri" panose="020F0502020204030204" pitchFamily="34" charset="0"/>
              <a:cs typeface="Calibri" panose="020F0502020204030204" pitchFamily="34" charset="0"/>
            </a:endParaRPr>
          </a:p>
        </p:txBody>
      </p:sp>
      <p:sp>
        <p:nvSpPr>
          <p:cNvPr id="47" name="TextBox 20">
            <a:extLst>
              <a:ext uri="{FF2B5EF4-FFF2-40B4-BE49-F238E27FC236}">
                <a16:creationId xmlns:a16="http://schemas.microsoft.com/office/drawing/2014/main" id="{DC5445B6-E078-79DC-6783-22A7C6F31094}"/>
              </a:ext>
            </a:extLst>
          </p:cNvPr>
          <p:cNvSpPr txBox="1"/>
          <p:nvPr/>
        </p:nvSpPr>
        <p:spPr>
          <a:xfrm>
            <a:off x="2611286" y="1745297"/>
            <a:ext cx="189154" cy="123111"/>
          </a:xfrm>
          <a:prstGeom prst="rect">
            <a:avLst/>
          </a:prstGeom>
          <a:solidFill>
            <a:schemeClr val="tx1"/>
          </a:solid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l">
              <a:buClr>
                <a:schemeClr val="accent1"/>
              </a:buClr>
              <a:buSzPct val="60000"/>
            </a:pPr>
            <a:r>
              <a:rPr lang="en-US" sz="800" b="1">
                <a:solidFill>
                  <a:schemeClr val="bg1"/>
                </a:solidFill>
                <a:latin typeface="Calibri" panose="020F0502020204030204" pitchFamily="34" charset="0"/>
                <a:ea typeface="Calibri" panose="020F0502020204030204" pitchFamily="34" charset="0"/>
                <a:cs typeface="Calibri" panose="020F0502020204030204" pitchFamily="34" charset="0"/>
              </a:rPr>
              <a:t>XML</a:t>
            </a:r>
            <a:endParaRPr lang="en-US" sz="900" b="1">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48" name="Connector: Elbow 47">
            <a:extLst>
              <a:ext uri="{FF2B5EF4-FFF2-40B4-BE49-F238E27FC236}">
                <a16:creationId xmlns:a16="http://schemas.microsoft.com/office/drawing/2014/main" id="{DCDAF432-495B-9EAB-8649-A5EB8D9E5062}"/>
              </a:ext>
            </a:extLst>
          </p:cNvPr>
          <p:cNvCxnSpPr>
            <a:cxnSpLocks/>
            <a:stCxn id="46" idx="1"/>
            <a:endCxn id="35" idx="0"/>
          </p:cNvCxnSpPr>
          <p:nvPr/>
        </p:nvCxnSpPr>
        <p:spPr>
          <a:xfrm rot="10800000" flipV="1">
            <a:off x="2195171" y="1822621"/>
            <a:ext cx="155046" cy="142340"/>
          </a:xfrm>
          <a:prstGeom prst="bentConnector2">
            <a:avLst/>
          </a:prstGeom>
          <a:ln>
            <a:solidFill>
              <a:schemeClr val="bg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9" name="Arrow: Down 48">
            <a:extLst>
              <a:ext uri="{FF2B5EF4-FFF2-40B4-BE49-F238E27FC236}">
                <a16:creationId xmlns:a16="http://schemas.microsoft.com/office/drawing/2014/main" id="{0A6383E7-03AA-D8FE-9298-D3852985BB61}"/>
              </a:ext>
            </a:extLst>
          </p:cNvPr>
          <p:cNvSpPr/>
          <p:nvPr/>
        </p:nvSpPr>
        <p:spPr bwMode="auto">
          <a:xfrm>
            <a:off x="3339508" y="2111366"/>
            <a:ext cx="57268" cy="472659"/>
          </a:xfrm>
          <a:prstGeom prst="downArrow">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dk1"/>
                </a:solidFill>
                <a:latin typeface="+mn-lt"/>
                <a:ea typeface="+mn-ea"/>
                <a:cs typeface="+mn-cs"/>
              </a:defRPr>
            </a:lvl1pPr>
            <a:lvl2pPr marL="457183" algn="l" defTabSz="914367" rtl="0" eaLnBrk="1" latinLnBrk="0" hangingPunct="1">
              <a:defRPr sz="1765" kern="1200">
                <a:solidFill>
                  <a:schemeClr val="dk1"/>
                </a:solidFill>
                <a:latin typeface="+mn-lt"/>
                <a:ea typeface="+mn-ea"/>
                <a:cs typeface="+mn-cs"/>
              </a:defRPr>
            </a:lvl2pPr>
            <a:lvl3pPr marL="914367" algn="l" defTabSz="914367" rtl="0" eaLnBrk="1" latinLnBrk="0" hangingPunct="1">
              <a:defRPr sz="1765" kern="1200">
                <a:solidFill>
                  <a:schemeClr val="dk1"/>
                </a:solidFill>
                <a:latin typeface="+mn-lt"/>
                <a:ea typeface="+mn-ea"/>
                <a:cs typeface="+mn-cs"/>
              </a:defRPr>
            </a:lvl3pPr>
            <a:lvl4pPr marL="1371550" algn="l" defTabSz="914367" rtl="0" eaLnBrk="1" latinLnBrk="0" hangingPunct="1">
              <a:defRPr sz="1765" kern="1200">
                <a:solidFill>
                  <a:schemeClr val="dk1"/>
                </a:solidFill>
                <a:latin typeface="+mn-lt"/>
                <a:ea typeface="+mn-ea"/>
                <a:cs typeface="+mn-cs"/>
              </a:defRPr>
            </a:lvl4pPr>
            <a:lvl5pPr marL="1828734" algn="l" defTabSz="914367" rtl="0" eaLnBrk="1" latinLnBrk="0" hangingPunct="1">
              <a:defRPr sz="1765" kern="1200">
                <a:solidFill>
                  <a:schemeClr val="dk1"/>
                </a:solidFill>
                <a:latin typeface="+mn-lt"/>
                <a:ea typeface="+mn-ea"/>
                <a:cs typeface="+mn-cs"/>
              </a:defRPr>
            </a:lvl5pPr>
            <a:lvl6pPr marL="2285918" algn="l" defTabSz="914367" rtl="0" eaLnBrk="1" latinLnBrk="0" hangingPunct="1">
              <a:defRPr sz="1765" kern="1200">
                <a:solidFill>
                  <a:schemeClr val="dk1"/>
                </a:solidFill>
                <a:latin typeface="+mn-lt"/>
                <a:ea typeface="+mn-ea"/>
                <a:cs typeface="+mn-cs"/>
              </a:defRPr>
            </a:lvl6pPr>
            <a:lvl7pPr marL="2743101" algn="l" defTabSz="914367" rtl="0" eaLnBrk="1" latinLnBrk="0" hangingPunct="1">
              <a:defRPr sz="1765" kern="1200">
                <a:solidFill>
                  <a:schemeClr val="dk1"/>
                </a:solidFill>
                <a:latin typeface="+mn-lt"/>
                <a:ea typeface="+mn-ea"/>
                <a:cs typeface="+mn-cs"/>
              </a:defRPr>
            </a:lvl7pPr>
            <a:lvl8pPr marL="3200284" algn="l" defTabSz="914367" rtl="0" eaLnBrk="1" latinLnBrk="0" hangingPunct="1">
              <a:defRPr sz="1765" kern="1200">
                <a:solidFill>
                  <a:schemeClr val="dk1"/>
                </a:solidFill>
                <a:latin typeface="+mn-lt"/>
                <a:ea typeface="+mn-ea"/>
                <a:cs typeface="+mn-cs"/>
              </a:defRPr>
            </a:lvl8pPr>
            <a:lvl9pPr marL="3657469" algn="l" defTabSz="914367" rtl="0" eaLnBrk="1" latinLnBrk="0" hangingPunct="1">
              <a:defRPr sz="1765" kern="1200">
                <a:solidFill>
                  <a:schemeClr val="dk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0" name="Arrow: Down 49">
            <a:extLst>
              <a:ext uri="{FF2B5EF4-FFF2-40B4-BE49-F238E27FC236}">
                <a16:creationId xmlns:a16="http://schemas.microsoft.com/office/drawing/2014/main" id="{2F0F14CB-49F2-F81E-FFE1-72B089246A94}"/>
              </a:ext>
            </a:extLst>
          </p:cNvPr>
          <p:cNvSpPr/>
          <p:nvPr/>
        </p:nvSpPr>
        <p:spPr bwMode="auto">
          <a:xfrm>
            <a:off x="2219856" y="2255240"/>
            <a:ext cx="57269" cy="341571"/>
          </a:xfrm>
          <a:prstGeom prst="downArrow">
            <a:avLst/>
          </a:prstGeom>
          <a:solidFill>
            <a:schemeClr val="accent6">
              <a:lumMod val="20000"/>
              <a:lumOff val="80000"/>
            </a:schemeClr>
          </a:solidFill>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dk1"/>
                </a:solidFill>
                <a:latin typeface="+mn-lt"/>
                <a:ea typeface="+mn-ea"/>
                <a:cs typeface="+mn-cs"/>
              </a:defRPr>
            </a:lvl1pPr>
            <a:lvl2pPr marL="457183" algn="l" defTabSz="914367" rtl="0" eaLnBrk="1" latinLnBrk="0" hangingPunct="1">
              <a:defRPr sz="1765" kern="1200">
                <a:solidFill>
                  <a:schemeClr val="dk1"/>
                </a:solidFill>
                <a:latin typeface="+mn-lt"/>
                <a:ea typeface="+mn-ea"/>
                <a:cs typeface="+mn-cs"/>
              </a:defRPr>
            </a:lvl2pPr>
            <a:lvl3pPr marL="914367" algn="l" defTabSz="914367" rtl="0" eaLnBrk="1" latinLnBrk="0" hangingPunct="1">
              <a:defRPr sz="1765" kern="1200">
                <a:solidFill>
                  <a:schemeClr val="dk1"/>
                </a:solidFill>
                <a:latin typeface="+mn-lt"/>
                <a:ea typeface="+mn-ea"/>
                <a:cs typeface="+mn-cs"/>
              </a:defRPr>
            </a:lvl3pPr>
            <a:lvl4pPr marL="1371550" algn="l" defTabSz="914367" rtl="0" eaLnBrk="1" latinLnBrk="0" hangingPunct="1">
              <a:defRPr sz="1765" kern="1200">
                <a:solidFill>
                  <a:schemeClr val="dk1"/>
                </a:solidFill>
                <a:latin typeface="+mn-lt"/>
                <a:ea typeface="+mn-ea"/>
                <a:cs typeface="+mn-cs"/>
              </a:defRPr>
            </a:lvl4pPr>
            <a:lvl5pPr marL="1828734" algn="l" defTabSz="914367" rtl="0" eaLnBrk="1" latinLnBrk="0" hangingPunct="1">
              <a:defRPr sz="1765" kern="1200">
                <a:solidFill>
                  <a:schemeClr val="dk1"/>
                </a:solidFill>
                <a:latin typeface="+mn-lt"/>
                <a:ea typeface="+mn-ea"/>
                <a:cs typeface="+mn-cs"/>
              </a:defRPr>
            </a:lvl5pPr>
            <a:lvl6pPr marL="2285918" algn="l" defTabSz="914367" rtl="0" eaLnBrk="1" latinLnBrk="0" hangingPunct="1">
              <a:defRPr sz="1765" kern="1200">
                <a:solidFill>
                  <a:schemeClr val="dk1"/>
                </a:solidFill>
                <a:latin typeface="+mn-lt"/>
                <a:ea typeface="+mn-ea"/>
                <a:cs typeface="+mn-cs"/>
              </a:defRPr>
            </a:lvl6pPr>
            <a:lvl7pPr marL="2743101" algn="l" defTabSz="914367" rtl="0" eaLnBrk="1" latinLnBrk="0" hangingPunct="1">
              <a:defRPr sz="1765" kern="1200">
                <a:solidFill>
                  <a:schemeClr val="dk1"/>
                </a:solidFill>
                <a:latin typeface="+mn-lt"/>
                <a:ea typeface="+mn-ea"/>
                <a:cs typeface="+mn-cs"/>
              </a:defRPr>
            </a:lvl7pPr>
            <a:lvl8pPr marL="3200284" algn="l" defTabSz="914367" rtl="0" eaLnBrk="1" latinLnBrk="0" hangingPunct="1">
              <a:defRPr sz="1765" kern="1200">
                <a:solidFill>
                  <a:schemeClr val="dk1"/>
                </a:solidFill>
                <a:latin typeface="+mn-lt"/>
                <a:ea typeface="+mn-ea"/>
                <a:cs typeface="+mn-cs"/>
              </a:defRPr>
            </a:lvl8pPr>
            <a:lvl9pPr marL="3657469" algn="l" defTabSz="914367" rtl="0" eaLnBrk="1" latinLnBrk="0" hangingPunct="1">
              <a:defRPr sz="1765" kern="1200">
                <a:solidFill>
                  <a:schemeClr val="dk1"/>
                </a:solidFill>
                <a:latin typeface="+mn-lt"/>
                <a:ea typeface="+mn-ea"/>
                <a:cs typeface="+mn-cs"/>
              </a:defRPr>
            </a:lvl9p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2" name="Title 1">
            <a:extLst>
              <a:ext uri="{FF2B5EF4-FFF2-40B4-BE49-F238E27FC236}">
                <a16:creationId xmlns:a16="http://schemas.microsoft.com/office/drawing/2014/main" id="{9260D112-436B-A338-7749-EEF906662E98}"/>
              </a:ext>
            </a:extLst>
          </p:cNvPr>
          <p:cNvSpPr txBox="1">
            <a:spLocks/>
          </p:cNvSpPr>
          <p:nvPr/>
        </p:nvSpPr>
        <p:spPr>
          <a:xfrm>
            <a:off x="222362" y="351593"/>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ea typeface="Calibri" panose="020F0502020204030204" pitchFamily="34" charset="0"/>
                <a:cs typeface="Calibri" panose="020F0502020204030204" pitchFamily="34" charset="0"/>
              </a:rPr>
              <a:t>RTL TCM DEMOTION</a:t>
            </a:r>
          </a:p>
        </p:txBody>
      </p:sp>
      <p:sp>
        <p:nvSpPr>
          <p:cNvPr id="40" name="TextBox 39">
            <a:extLst>
              <a:ext uri="{FF2B5EF4-FFF2-40B4-BE49-F238E27FC236}">
                <a16:creationId xmlns:a16="http://schemas.microsoft.com/office/drawing/2014/main" id="{0C2320F3-84F6-CE2D-82A6-C8E132876FA1}"/>
              </a:ext>
            </a:extLst>
          </p:cNvPr>
          <p:cNvSpPr txBox="1"/>
          <p:nvPr/>
        </p:nvSpPr>
        <p:spPr>
          <a:xfrm>
            <a:off x="847737" y="5553856"/>
            <a:ext cx="10707432" cy="610167"/>
          </a:xfrm>
          <a:prstGeom prst="rect">
            <a:avLst/>
          </a:prstGeom>
          <a:noFill/>
          <a:ln>
            <a:solidFill>
              <a:schemeClr val="accent4"/>
            </a:solidFill>
          </a:ln>
        </p:spPr>
        <p:txBody>
          <a:bodyPr wrap="square">
            <a:spAutoFit/>
          </a:bodyPr>
          <a:lstStyle/>
          <a:p>
            <a:pPr algn="ctr"/>
            <a:r>
              <a:rPr lang="en-US" sz="1600">
                <a:effectLst/>
                <a:ea typeface="Calibri" panose="020F0502020204030204" pitchFamily="34" charset="0"/>
                <a:cs typeface="Calibri" panose="020F0502020204030204" pitchFamily="34" charset="0"/>
              </a:rPr>
              <a:t>If No xml and No GetSDC provided, The flow will pick SDC from SYN_CONSTRAINTS_ORDER param in the order and those files will pick from tune/</a:t>
            </a:r>
            <a:r>
              <a:rPr lang="en-US" sz="1600" err="1">
                <a:effectLst/>
                <a:ea typeface="Calibri" panose="020F0502020204030204" pitchFamily="34" charset="0"/>
                <a:cs typeface="Calibri" panose="020F0502020204030204" pitchFamily="34" charset="0"/>
              </a:rPr>
              <a:t>FxSynthesize</a:t>
            </a:r>
            <a:r>
              <a:rPr lang="en-US" sz="1600">
                <a:effectLst/>
                <a:ea typeface="Calibri" panose="020F0502020204030204" pitchFamily="34" charset="0"/>
                <a:cs typeface="Calibri" panose="020F0502020204030204" pitchFamily="34" charset="0"/>
              </a:rPr>
              <a:t> folder </a:t>
            </a:r>
            <a:r>
              <a:rPr lang="en-US">
                <a:effectLst/>
              </a:rPr>
              <a:t> </a:t>
            </a:r>
            <a:endParaRPr lang="en-US"/>
          </a:p>
        </p:txBody>
      </p:sp>
      <p:cxnSp>
        <p:nvCxnSpPr>
          <p:cNvPr id="54" name="Connector: Elbow 53">
            <a:extLst>
              <a:ext uri="{FF2B5EF4-FFF2-40B4-BE49-F238E27FC236}">
                <a16:creationId xmlns:a16="http://schemas.microsoft.com/office/drawing/2014/main" id="{9350A0CA-08B6-02B5-8DBB-B3B1188E0C87}"/>
              </a:ext>
            </a:extLst>
          </p:cNvPr>
          <p:cNvCxnSpPr>
            <a:cxnSpLocks/>
          </p:cNvCxnSpPr>
          <p:nvPr/>
        </p:nvCxnSpPr>
        <p:spPr>
          <a:xfrm rot="10800000" flipV="1">
            <a:off x="1284504" y="2859255"/>
            <a:ext cx="963986" cy="397501"/>
          </a:xfrm>
          <a:prstGeom prst="bentConnector3">
            <a:avLst>
              <a:gd name="adj1" fmla="val 100332"/>
            </a:avLst>
          </a:prstGeom>
          <a:ln w="28575">
            <a:solidFill>
              <a:schemeClr val="bg2">
                <a:lumMod val="40000"/>
                <a:lumOff val="60000"/>
              </a:schemeClr>
            </a:solidFill>
            <a:headEnd type="none" w="lg" len="med"/>
            <a:tailEnd type="triangle"/>
          </a:ln>
        </p:spPr>
        <p:style>
          <a:lnRef idx="1">
            <a:schemeClr val="accent6"/>
          </a:lnRef>
          <a:fillRef idx="0">
            <a:schemeClr val="accent6"/>
          </a:fillRef>
          <a:effectRef idx="0">
            <a:schemeClr val="accent6"/>
          </a:effectRef>
          <a:fontRef idx="minor">
            <a:schemeClr val="tx1"/>
          </a:fontRef>
        </p:style>
      </p:cxnSp>
      <p:sp>
        <p:nvSpPr>
          <p:cNvPr id="59" name="Flowchart: Multidocument 58">
            <a:extLst>
              <a:ext uri="{FF2B5EF4-FFF2-40B4-BE49-F238E27FC236}">
                <a16:creationId xmlns:a16="http://schemas.microsoft.com/office/drawing/2014/main" id="{247CDD14-270E-34D4-5C4C-09D597E8AD85}"/>
              </a:ext>
            </a:extLst>
          </p:cNvPr>
          <p:cNvSpPr/>
          <p:nvPr/>
        </p:nvSpPr>
        <p:spPr bwMode="auto">
          <a:xfrm>
            <a:off x="3225349" y="3289966"/>
            <a:ext cx="1539580" cy="837941"/>
          </a:xfrm>
          <a:prstGeom prst="flowChartMultidocument">
            <a:avLst/>
          </a:prstGeom>
          <a:solidFill>
            <a:srgbClr val="DBEBB0"/>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l" defTabSz="932472" fontAlgn="base">
              <a:spcBef>
                <a:spcPct val="0"/>
              </a:spcBef>
              <a:spcAft>
                <a:spcPct val="0"/>
              </a:spcAft>
            </a:pPr>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Mapped constraints/Logs/Reports</a:t>
            </a:r>
          </a:p>
          <a:p>
            <a:pPr algn="l" defTabSz="932472" fontAlgn="base">
              <a:spcBef>
                <a:spcPct val="0"/>
              </a:spcBef>
              <a:spcAft>
                <a:spcPct val="0"/>
              </a:spcAft>
            </a:pPr>
            <a:endParaRPr lang="en-US" sz="1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64" name="Connector: Elbow 63">
            <a:extLst>
              <a:ext uri="{FF2B5EF4-FFF2-40B4-BE49-F238E27FC236}">
                <a16:creationId xmlns:a16="http://schemas.microsoft.com/office/drawing/2014/main" id="{2C01702A-7D9D-2758-19EF-AC1AFC09B89E}"/>
              </a:ext>
            </a:extLst>
          </p:cNvPr>
          <p:cNvCxnSpPr>
            <a:cxnSpLocks/>
            <a:endCxn id="59" idx="0"/>
          </p:cNvCxnSpPr>
          <p:nvPr/>
        </p:nvCxnSpPr>
        <p:spPr>
          <a:xfrm>
            <a:off x="3111097" y="3037958"/>
            <a:ext cx="989959" cy="252008"/>
          </a:xfrm>
          <a:prstGeom prst="bentConnector2">
            <a:avLst/>
          </a:prstGeom>
          <a:ln w="28575">
            <a:solidFill>
              <a:schemeClr val="bg2">
                <a:lumMod val="40000"/>
                <a:lumOff val="6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8B12E84-2B85-EF96-D4BD-78A7B2350C18}"/>
              </a:ext>
            </a:extLst>
          </p:cNvPr>
          <p:cNvSpPr txBox="1"/>
          <p:nvPr/>
        </p:nvSpPr>
        <p:spPr>
          <a:xfrm>
            <a:off x="5296715" y="1745297"/>
            <a:ext cx="7527239" cy="2585323"/>
          </a:xfrm>
          <a:prstGeom prst="rect">
            <a:avLst/>
          </a:prstGeom>
          <a:noFill/>
        </p:spPr>
        <p:txBody>
          <a:bodyPr wrap="square" lIns="0" tIns="0" rIns="0" bIns="0" rtlCol="0">
            <a:spAutoFit/>
          </a:bodyPr>
          <a:lstStyle/>
          <a:p>
            <a:pPr algn="l">
              <a:buClr>
                <a:schemeClr val="accent1"/>
              </a:buClr>
              <a:buSzPct val="60000"/>
            </a:pPr>
            <a:r>
              <a:rPr lang="en-US" sz="1800"/>
              <a:t>In </a:t>
            </a:r>
            <a:r>
              <a:rPr lang="en-US" sz="1800" err="1"/>
              <a:t>override.params</a:t>
            </a:r>
            <a:r>
              <a:rPr lang="en-US" sz="1800"/>
              <a:t>:</a:t>
            </a:r>
          </a:p>
          <a:p>
            <a:pPr algn="l">
              <a:buClr>
                <a:schemeClr val="accent1"/>
              </a:buClr>
              <a:buSzPct val="60000"/>
            </a:pPr>
            <a:r>
              <a:rPr lang="en-US" sz="1800"/>
              <a:t>TCM_BLOCK_LIST = &lt;block1&gt; &lt;block2&gt;</a:t>
            </a:r>
          </a:p>
          <a:p>
            <a:pPr algn="l">
              <a:buClr>
                <a:schemeClr val="accent1"/>
              </a:buClr>
              <a:buSzPct val="60000"/>
            </a:pPr>
            <a:endParaRPr lang="en-US" sz="1800"/>
          </a:p>
          <a:p>
            <a:pPr algn="l">
              <a:buClr>
                <a:schemeClr val="accent1"/>
              </a:buClr>
              <a:buSzPct val="60000"/>
            </a:pPr>
            <a:r>
              <a:rPr lang="en-US" sz="1800"/>
              <a:t>In </a:t>
            </a:r>
            <a:r>
              <a:rPr lang="en-US" sz="1800" err="1"/>
              <a:t>override.controls</a:t>
            </a:r>
            <a:endParaRPr lang="en-US" sz="1800"/>
          </a:p>
          <a:p>
            <a:pPr>
              <a:buClr>
                <a:schemeClr val="accent1"/>
              </a:buClr>
              <a:buSzPct val="60000"/>
            </a:pPr>
            <a:r>
              <a:rPr lang="en-US" sz="1800"/>
              <a:t>TCM_RTL_DEMO_CHECK = 1</a:t>
            </a:r>
          </a:p>
          <a:p>
            <a:pPr>
              <a:buClr>
                <a:schemeClr val="accent1"/>
              </a:buClr>
              <a:buSzPct val="60000"/>
            </a:pPr>
            <a:r>
              <a:rPr lang="en-US" sz="1200"/>
              <a:t>&lt;:</a:t>
            </a:r>
          </a:p>
          <a:p>
            <a:pPr>
              <a:buClr>
                <a:schemeClr val="accent1"/>
              </a:buClr>
              <a:buSzPct val="60000"/>
            </a:pPr>
            <a:r>
              <a:rPr lang="en-US" sz="1200" err="1"/>
              <a:t>run_constraints_check</a:t>
            </a:r>
            <a:r>
              <a:rPr lang="en-US" sz="1200"/>
              <a:t>( {tool=&gt;"</a:t>
            </a:r>
            <a:r>
              <a:rPr lang="en-US" sz="1200" err="1"/>
              <a:t>tcm</a:t>
            </a:r>
            <a:r>
              <a:rPr lang="en-US" sz="1200"/>
              <a:t>", mode =&gt; "</a:t>
            </a:r>
            <a:r>
              <a:rPr lang="en-US" sz="1200" err="1"/>
              <a:t>demote",type</a:t>
            </a:r>
            <a:r>
              <a:rPr lang="en-US" sz="1200"/>
              <a:t>=&gt;"tile",</a:t>
            </a:r>
            <a:r>
              <a:rPr lang="en-US" sz="1200" err="1"/>
              <a:t>sdc_corner</a:t>
            </a:r>
            <a:r>
              <a:rPr lang="en-US" sz="1200"/>
              <a:t>  =&gt; </a:t>
            </a:r>
          </a:p>
          <a:p>
            <a:pPr>
              <a:buClr>
                <a:schemeClr val="accent1"/>
              </a:buClr>
              <a:buSzPct val="60000"/>
            </a:pPr>
            <a:r>
              <a:rPr lang="en-US" sz="1200"/>
              <a:t>(split /:/, "$FCNL_CONSTGEN_MODES_CORNERS")[1],</a:t>
            </a:r>
            <a:r>
              <a:rPr lang="en-US" sz="1200" err="1"/>
              <a:t>sdc_mode</a:t>
            </a:r>
            <a:r>
              <a:rPr lang="en-US" sz="1200"/>
              <a:t> =&gt; "$OPTIMIZATION_MODE",</a:t>
            </a:r>
            <a:r>
              <a:rPr lang="en-US" sz="1200" err="1"/>
              <a:t>stage_name</a:t>
            </a:r>
            <a:r>
              <a:rPr lang="en-US" sz="1200"/>
              <a:t>=&gt; "</a:t>
            </a:r>
            <a:r>
              <a:rPr lang="en-US" sz="1200" err="1"/>
              <a:t>GetRtl</a:t>
            </a:r>
            <a:r>
              <a:rPr lang="en-US" sz="1200"/>
              <a:t>"});</a:t>
            </a:r>
          </a:p>
          <a:p>
            <a:pPr>
              <a:buClr>
                <a:schemeClr val="accent1"/>
              </a:buClr>
              <a:buSzPct val="60000"/>
            </a:pPr>
            <a:r>
              <a:rPr lang="en-US" sz="1200"/>
              <a:t>:&gt;</a:t>
            </a:r>
          </a:p>
          <a:p>
            <a:pPr algn="l">
              <a:buClr>
                <a:schemeClr val="accent1"/>
              </a:buClr>
              <a:buSzPct val="60000"/>
            </a:pPr>
            <a:endParaRPr lang="en-US" sz="1800"/>
          </a:p>
        </p:txBody>
      </p:sp>
    </p:spTree>
    <p:extLst>
      <p:ext uri="{BB962C8B-B14F-4D97-AF65-F5344CB8AC3E}">
        <p14:creationId xmlns:p14="http://schemas.microsoft.com/office/powerpoint/2010/main" val="23331144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par>
                                <p:cTn id="32" presetID="10" presetClass="entr" presetSubtype="0" fill="hold"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500"/>
                                        <p:tgtEl>
                                          <p:spTgt spid="5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fade">
                                      <p:cBhvr>
                                        <p:cTn id="4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6" grpId="0" animBg="1"/>
      <p:bldP spid="13" grpId="0" animBg="1"/>
      <p:bldP spid="15" grpId="0" animBg="1"/>
      <p:bldP spid="18" grpId="0" animBg="1"/>
      <p:bldP spid="35" grpId="0" animBg="1"/>
      <p:bldP spid="45" grpId="0" animBg="1"/>
      <p:bldP spid="46" grpId="0" animBg="1"/>
      <p:bldP spid="47" grpId="0" animBg="1"/>
      <p:bldP spid="49" grpId="0" animBg="1"/>
      <p:bldP spid="50" grpId="0" animBg="1"/>
      <p:bldP spid="5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0A321-5171-13BF-33B3-F343834F7E3B}"/>
              </a:ext>
            </a:extLst>
          </p:cNvPr>
          <p:cNvSpPr>
            <a:spLocks noGrp="1"/>
          </p:cNvSpPr>
          <p:nvPr>
            <p:ph type="title"/>
          </p:nvPr>
        </p:nvSpPr>
        <p:spPr>
          <a:xfrm>
            <a:off x="395430" y="448830"/>
            <a:ext cx="11018520" cy="400431"/>
          </a:xfrm>
        </p:spPr>
        <p:txBody>
          <a:bodyPr wrap="square" anchor="t">
            <a:noAutofit/>
          </a:bodyPr>
          <a:lstStyle/>
          <a:p>
            <a:pPr>
              <a:lnSpc>
                <a:spcPct val="90000"/>
              </a:lnSpc>
            </a:pPr>
            <a:r>
              <a:rPr lang="en-US"/>
              <a:t>TCM RTL DEMOTION</a:t>
            </a:r>
            <a:br>
              <a:rPr lang="en-US"/>
            </a:br>
            <a:endParaRPr lang="en-US"/>
          </a:p>
        </p:txBody>
      </p:sp>
      <p:pic>
        <p:nvPicPr>
          <p:cNvPr id="8" name="Picture 7">
            <a:extLst>
              <a:ext uri="{FF2B5EF4-FFF2-40B4-BE49-F238E27FC236}">
                <a16:creationId xmlns:a16="http://schemas.microsoft.com/office/drawing/2014/main" id="{628F663F-CC80-C7D5-5185-49533F8CFB37}"/>
              </a:ext>
            </a:extLst>
          </p:cNvPr>
          <p:cNvPicPr>
            <a:picLocks noChangeAspect="1"/>
          </p:cNvPicPr>
          <p:nvPr/>
        </p:nvPicPr>
        <p:blipFill>
          <a:blip r:embed="rId2"/>
          <a:stretch>
            <a:fillRect/>
          </a:stretch>
        </p:blipFill>
        <p:spPr>
          <a:xfrm>
            <a:off x="477196" y="1260304"/>
            <a:ext cx="5427494" cy="4337392"/>
          </a:xfrm>
          <a:prstGeom prst="rect">
            <a:avLst/>
          </a:prstGeom>
          <a:noFill/>
        </p:spPr>
      </p:pic>
      <p:sp>
        <p:nvSpPr>
          <p:cNvPr id="3" name="Text Placeholder 2">
            <a:extLst>
              <a:ext uri="{FF2B5EF4-FFF2-40B4-BE49-F238E27FC236}">
                <a16:creationId xmlns:a16="http://schemas.microsoft.com/office/drawing/2014/main" id="{19B58EC5-2D97-AC5E-AE14-103C7184A621}"/>
              </a:ext>
            </a:extLst>
          </p:cNvPr>
          <p:cNvSpPr>
            <a:spLocks noGrp="1"/>
          </p:cNvSpPr>
          <p:nvPr>
            <p:ph sz="quarter" idx="13"/>
          </p:nvPr>
        </p:nvSpPr>
        <p:spPr>
          <a:xfrm>
            <a:off x="6387082" y="1188241"/>
            <a:ext cx="5327721" cy="4831110"/>
          </a:xfrm>
        </p:spPr>
        <p:txBody>
          <a:bodyPr wrap="square">
            <a:normAutofit/>
          </a:bodyPr>
          <a:lstStyle/>
          <a:p>
            <a:pPr lvl="1" algn="just">
              <a:lnSpc>
                <a:spcPct val="90000"/>
              </a:lnSpc>
            </a:pPr>
            <a:endParaRPr lang="en-US"/>
          </a:p>
          <a:p>
            <a:pPr algn="just" fontAlgn="t">
              <a:lnSpc>
                <a:spcPct val="90000"/>
              </a:lnSpc>
            </a:pPr>
            <a:r>
              <a:rPr lang="en-US" sz="1600"/>
              <a:t>An established methodology exists for propagating design constraints from the IP level to the block level.</a:t>
            </a:r>
          </a:p>
          <a:p>
            <a:pPr algn="just" fontAlgn="t">
              <a:lnSpc>
                <a:spcPct val="90000"/>
              </a:lnSpc>
            </a:pPr>
            <a:endParaRPr lang="en-US" sz="1600"/>
          </a:p>
          <a:p>
            <a:pPr algn="just" fontAlgn="t">
              <a:lnSpc>
                <a:spcPct val="90000"/>
              </a:lnSpc>
            </a:pPr>
            <a:endParaRPr lang="en-US" sz="1600"/>
          </a:p>
          <a:p>
            <a:pPr algn="just" fontAlgn="t">
              <a:lnSpc>
                <a:spcPct val="90000"/>
              </a:lnSpc>
            </a:pPr>
            <a:r>
              <a:rPr lang="en-US" sz="1600"/>
              <a:t>In a top‑down IP design flow, top‑level design constraints are systematically decomposed and propagated to the block level, thereby enabling the derivation of consistent and implementation‑ready block‑level constraints from the top‑level requirements. Flow demotes constraints from IP to block.  </a:t>
            </a:r>
          </a:p>
          <a:p>
            <a:pPr marL="457200" lvl="2" indent="0">
              <a:lnSpc>
                <a:spcPct val="90000"/>
              </a:lnSpc>
              <a:buNone/>
            </a:pPr>
            <a:endParaRPr lang="en-US" sz="1600"/>
          </a:p>
          <a:p>
            <a:pPr marL="457200" lvl="2" indent="0">
              <a:lnSpc>
                <a:spcPct val="90000"/>
              </a:lnSpc>
              <a:buNone/>
            </a:pPr>
            <a:endParaRPr lang="en-US" sz="1600"/>
          </a:p>
          <a:p>
            <a:pPr marL="457200" lvl="2" indent="0">
              <a:lnSpc>
                <a:spcPct val="90000"/>
              </a:lnSpc>
              <a:buNone/>
            </a:pPr>
            <a:endParaRPr lang="en-US" sz="1600"/>
          </a:p>
          <a:p>
            <a:pPr marL="457200" lvl="2" indent="0">
              <a:lnSpc>
                <a:spcPct val="90000"/>
              </a:lnSpc>
              <a:buNone/>
            </a:pPr>
            <a:endParaRPr lang="en-US" sz="1600"/>
          </a:p>
          <a:p>
            <a:pPr marL="742950" lvl="2" indent="-285750">
              <a:lnSpc>
                <a:spcPct val="90000"/>
              </a:lnSpc>
              <a:buFontTx/>
              <a:buChar char="-"/>
            </a:pPr>
            <a:endParaRPr lang="en-US" sz="1600"/>
          </a:p>
        </p:txBody>
      </p:sp>
      <p:sp>
        <p:nvSpPr>
          <p:cNvPr id="10" name="TextBox 9">
            <a:extLst>
              <a:ext uri="{FF2B5EF4-FFF2-40B4-BE49-F238E27FC236}">
                <a16:creationId xmlns:a16="http://schemas.microsoft.com/office/drawing/2014/main" id="{B10AB85C-6163-7848-5D86-93E0609AFF31}"/>
              </a:ext>
            </a:extLst>
          </p:cNvPr>
          <p:cNvSpPr txBox="1"/>
          <p:nvPr/>
        </p:nvSpPr>
        <p:spPr>
          <a:xfrm>
            <a:off x="1253361" y="6019351"/>
            <a:ext cx="9302658" cy="276999"/>
          </a:xfrm>
          <a:prstGeom prst="rect">
            <a:avLst/>
          </a:prstGeom>
          <a:solidFill>
            <a:srgbClr val="D8FEFF"/>
          </a:solidFill>
        </p:spPr>
        <p:txBody>
          <a:bodyPr wrap="square">
            <a:spAutoFit/>
          </a:bodyPr>
          <a:lstStyle/>
          <a:p>
            <a:r>
              <a:rPr lang="en-US" sz="1200" b="1" u="sng">
                <a:solidFill>
                  <a:schemeClr val="bg1"/>
                </a:solidFill>
              </a:rPr>
              <a:t>Run Dir: </a:t>
            </a:r>
            <a:r>
              <a:rPr lang="en-US" sz="1200">
                <a:solidFill>
                  <a:schemeClr val="bg1"/>
                </a:solidFill>
              </a:rPr>
              <a:t>/proj/timconstraints1/vjoshi/</a:t>
            </a:r>
            <a:r>
              <a:rPr lang="en-US" sz="1200" err="1">
                <a:solidFill>
                  <a:schemeClr val="bg1"/>
                </a:solidFill>
              </a:rPr>
              <a:t>Rqual</a:t>
            </a:r>
            <a:r>
              <a:rPr lang="en-US" sz="1200">
                <a:solidFill>
                  <a:schemeClr val="bg1"/>
                </a:solidFill>
              </a:rPr>
              <a:t>/USB/main/pd/tiles/usb_t_hc_0_regr_run_usb_TileBuilder_Jan13_1100_44218_GUI</a:t>
            </a:r>
          </a:p>
        </p:txBody>
      </p:sp>
    </p:spTree>
    <p:extLst>
      <p:ext uri="{BB962C8B-B14F-4D97-AF65-F5344CB8AC3E}">
        <p14:creationId xmlns:p14="http://schemas.microsoft.com/office/powerpoint/2010/main" val="296581815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BA0E-1111-4D31-9165-AB016BAEA9A0}"/>
              </a:ext>
            </a:extLst>
          </p:cNvPr>
          <p:cNvSpPr>
            <a:spLocks noGrp="1"/>
          </p:cNvSpPr>
          <p:nvPr>
            <p:ph type="title"/>
          </p:nvPr>
        </p:nvSpPr>
        <p:spPr>
          <a:xfrm>
            <a:off x="588263" y="591790"/>
            <a:ext cx="11018520" cy="430887"/>
          </a:xfrm>
        </p:spPr>
        <p:txBody>
          <a:bodyPr wrap="square" anchor="t">
            <a:normAutofit/>
          </a:bodyPr>
          <a:lstStyle/>
          <a:p>
            <a:r>
              <a:rPr lang="en-US"/>
              <a:t>RTL TCM Tile-&gt;SOC Promotion</a:t>
            </a:r>
          </a:p>
        </p:txBody>
      </p:sp>
      <p:pic>
        <p:nvPicPr>
          <p:cNvPr id="6" name="Picture 5">
            <a:extLst>
              <a:ext uri="{FF2B5EF4-FFF2-40B4-BE49-F238E27FC236}">
                <a16:creationId xmlns:a16="http://schemas.microsoft.com/office/drawing/2014/main" id="{5A131680-848E-6974-4C19-90ABC13A8677}"/>
              </a:ext>
            </a:extLst>
          </p:cNvPr>
          <p:cNvPicPr>
            <a:picLocks noChangeAspect="1"/>
          </p:cNvPicPr>
          <p:nvPr/>
        </p:nvPicPr>
        <p:blipFill>
          <a:blip r:embed="rId2"/>
          <a:stretch>
            <a:fillRect/>
          </a:stretch>
        </p:blipFill>
        <p:spPr>
          <a:xfrm>
            <a:off x="582612" y="1671958"/>
            <a:ext cx="5513388" cy="3273691"/>
          </a:xfrm>
          <a:prstGeom prst="rect">
            <a:avLst/>
          </a:prstGeom>
          <a:noFill/>
        </p:spPr>
      </p:pic>
      <p:sp>
        <p:nvSpPr>
          <p:cNvPr id="3" name="Content Placeholder 2">
            <a:extLst>
              <a:ext uri="{FF2B5EF4-FFF2-40B4-BE49-F238E27FC236}">
                <a16:creationId xmlns:a16="http://schemas.microsoft.com/office/drawing/2014/main" id="{31D94D98-9166-FAD1-96AE-275287998499}"/>
              </a:ext>
            </a:extLst>
          </p:cNvPr>
          <p:cNvSpPr>
            <a:spLocks noGrp="1"/>
          </p:cNvSpPr>
          <p:nvPr>
            <p:ph sz="quarter" idx="13"/>
          </p:nvPr>
        </p:nvSpPr>
        <p:spPr>
          <a:xfrm>
            <a:off x="6389688" y="1435100"/>
            <a:ext cx="5219700" cy="4831110"/>
          </a:xfrm>
        </p:spPr>
        <p:txBody>
          <a:bodyPr wrap="square">
            <a:normAutofit/>
          </a:bodyPr>
          <a:lstStyle/>
          <a:p>
            <a:r>
              <a:rPr lang="en-US" dirty="0"/>
              <a:t>Pre-requisites</a:t>
            </a:r>
          </a:p>
          <a:p>
            <a:pPr lvl="1"/>
            <a:r>
              <a:rPr lang="en-US" sz="1800" dirty="0"/>
              <a:t>SOC Synthesizable file-list </a:t>
            </a:r>
          </a:p>
          <a:p>
            <a:pPr lvl="1"/>
            <a:r>
              <a:rPr lang="en-US" sz="1800" dirty="0"/>
              <a:t>XML (IP Xml(s))</a:t>
            </a:r>
          </a:p>
          <a:p>
            <a:pPr marL="228600" lvl="1" indent="0">
              <a:buNone/>
            </a:pPr>
            <a:endParaRPr lang="en-US" sz="1800" dirty="0"/>
          </a:p>
          <a:p>
            <a:pPr marL="228600" lvl="1" indent="0">
              <a:buNone/>
            </a:pPr>
            <a:r>
              <a:rPr lang="en-US" sz="1800" b="1" u="sng" dirty="0"/>
              <a:t>Eg </a:t>
            </a:r>
            <a:r>
              <a:rPr lang="en-US" sz="1800" b="1" dirty="0"/>
              <a:t>(For </a:t>
            </a:r>
            <a:r>
              <a:rPr lang="en-US" sz="1800" b="1" dirty="0" err="1"/>
              <a:t>GetRTL</a:t>
            </a:r>
            <a:r>
              <a:rPr lang="en-US" sz="1800" b="1" dirty="0"/>
              <a:t>)</a:t>
            </a:r>
            <a:endParaRPr lang="en-US" sz="1800" dirty="0"/>
          </a:p>
          <a:p>
            <a:pPr lvl="1"/>
            <a:r>
              <a:rPr lang="en-US" sz="1800" dirty="0"/>
              <a:t>RTL_TAG = </a:t>
            </a:r>
          </a:p>
          <a:p>
            <a:pPr lvl="1"/>
            <a:r>
              <a:rPr lang="en-US" sz="1800" dirty="0"/>
              <a:t>SYN_VF_FILE = /proj/timgatecdc1/vjoshi/TCM/Medusa/TB/main/pd/tiles/mpu_mpu_NLA_initial_run0_TileBuilder_Mar26_1216_55988_GUI/data/GetRTL_org_Feb6/</a:t>
            </a:r>
            <a:r>
              <a:rPr lang="en-US" sz="1800" dirty="0" err="1"/>
              <a:t>GetRTL.vf</a:t>
            </a:r>
            <a:endParaRPr lang="en-US" sz="1800" dirty="0"/>
          </a:p>
          <a:p>
            <a:pPr lvl="1"/>
            <a:r>
              <a:rPr lang="en-US" sz="1800" dirty="0"/>
              <a:t>USE_DROP2CAD = 0</a:t>
            </a:r>
          </a:p>
          <a:p>
            <a:pPr lvl="1"/>
            <a:r>
              <a:rPr lang="en-US" sz="1800" dirty="0"/>
              <a:t>DROP_TO_CAD_FOR_GPU = 0</a:t>
            </a:r>
          </a:p>
          <a:p>
            <a:pPr marL="228600" lvl="1" indent="0">
              <a:buNone/>
            </a:pPr>
            <a:endParaRPr lang="en-US" sz="1800" dirty="0"/>
          </a:p>
          <a:p>
            <a:pPr lvl="1"/>
            <a:endParaRPr lang="en-US" sz="1800" dirty="0"/>
          </a:p>
        </p:txBody>
      </p:sp>
      <p:sp>
        <p:nvSpPr>
          <p:cNvPr id="7" name="Rectangle 6">
            <a:extLst>
              <a:ext uri="{FF2B5EF4-FFF2-40B4-BE49-F238E27FC236}">
                <a16:creationId xmlns:a16="http://schemas.microsoft.com/office/drawing/2014/main" id="{F1018B3D-B35F-5D3C-D44D-77E267FD20B3}"/>
              </a:ext>
            </a:extLst>
          </p:cNvPr>
          <p:cNvSpPr/>
          <p:nvPr/>
        </p:nvSpPr>
        <p:spPr bwMode="auto">
          <a:xfrm>
            <a:off x="2033081" y="4396902"/>
            <a:ext cx="2811293" cy="515566"/>
          </a:xfrm>
          <a:prstGeom prst="rect">
            <a:avLst/>
          </a:prstGeom>
          <a:noFill/>
          <a:ln w="19050">
            <a:solidFill>
              <a:schemeClr val="accent4"/>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Box 8">
            <a:extLst>
              <a:ext uri="{FF2B5EF4-FFF2-40B4-BE49-F238E27FC236}">
                <a16:creationId xmlns:a16="http://schemas.microsoft.com/office/drawing/2014/main" id="{05421636-A088-66AB-C099-A4C5D3EB4008}"/>
              </a:ext>
            </a:extLst>
          </p:cNvPr>
          <p:cNvSpPr txBox="1"/>
          <p:nvPr/>
        </p:nvSpPr>
        <p:spPr>
          <a:xfrm>
            <a:off x="1320610" y="5630651"/>
            <a:ext cx="9478454" cy="276999"/>
          </a:xfrm>
          <a:prstGeom prst="rect">
            <a:avLst/>
          </a:prstGeom>
          <a:solidFill>
            <a:srgbClr val="FCDBB6"/>
          </a:solidFill>
        </p:spPr>
        <p:txBody>
          <a:bodyPr wrap="square">
            <a:spAutoFit/>
          </a:bodyPr>
          <a:lstStyle/>
          <a:p>
            <a:r>
              <a:rPr lang="en-US" sz="1200" b="1" u="sng">
                <a:solidFill>
                  <a:schemeClr val="bg1"/>
                </a:solidFill>
              </a:rPr>
              <a:t>Run Dir</a:t>
            </a:r>
            <a:r>
              <a:rPr lang="en-US" sz="1200">
                <a:solidFill>
                  <a:schemeClr val="bg1"/>
                </a:solidFill>
              </a:rPr>
              <a:t>:/proj/timgatecdc1/vjoshi/TCM/Medusa/TB/main/pd/tiles/mpu_mpu_NLA_initial_run0_TileBuilder_Mar26_1216_55988_GUI</a:t>
            </a:r>
          </a:p>
        </p:txBody>
      </p:sp>
    </p:spTree>
    <p:extLst>
      <p:ext uri="{BB962C8B-B14F-4D97-AF65-F5344CB8AC3E}">
        <p14:creationId xmlns:p14="http://schemas.microsoft.com/office/powerpoint/2010/main" val="64743690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E40A4D-7D44-E899-BBCE-BF61D2C255C5}"/>
              </a:ext>
            </a:extLst>
          </p:cNvPr>
          <p:cNvSpPr>
            <a:spLocks noGrp="1"/>
          </p:cNvSpPr>
          <p:nvPr>
            <p:ph type="title"/>
          </p:nvPr>
        </p:nvSpPr>
        <p:spPr>
          <a:xfrm>
            <a:off x="584200" y="2179559"/>
            <a:ext cx="5510213" cy="1354217"/>
          </a:xfrm>
        </p:spPr>
        <p:txBody>
          <a:bodyPr/>
          <a:lstStyle/>
          <a:p>
            <a:r>
              <a:rPr lang="en-US" sz="4400"/>
              <a:t>Q&amp;A</a:t>
            </a:r>
            <a:br>
              <a:rPr lang="en-US" sz="4400"/>
            </a:br>
            <a:endParaRPr lang="en-US" sz="4400"/>
          </a:p>
        </p:txBody>
      </p:sp>
    </p:spTree>
    <p:extLst>
      <p:ext uri="{BB962C8B-B14F-4D97-AF65-F5344CB8AC3E}">
        <p14:creationId xmlns:p14="http://schemas.microsoft.com/office/powerpoint/2010/main" val="285034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2.xml><?xml version="1.0" encoding="utf-8"?>
<TemplafySlideTemplateConfiguration><![CDATA[{"slideVersion":1,"isValidatorEnabled":false,"isLocked":false,"elementsMetadata":[],"slideId":"637629098780802172","enableDocumentContentUpdater":true,"version":"2.0"}]]></TemplafySlideTemplateConfiguration>
</file>

<file path=customXml/item3.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emplafySlideTemplateConfiguration><![CDATA[{"slideVersion":1,"isValidatorEnabled":false,"isLocked":false,"elementsMetadata":[],"slideId":"637629098780805369","enableDocumentContentUpdater":true,"version":"2.0"}]]></TemplafySlideTemplateConfiguration>
</file>

<file path=customXml/item6.xml><?xml version="1.0" encoding="utf-8"?>
<ct:contentTypeSchema xmlns:ct="http://schemas.microsoft.com/office/2006/metadata/contentType" xmlns:ma="http://schemas.microsoft.com/office/2006/metadata/properties/metaAttributes" ct:_="" ma:_="" ma:contentTypeName="Document" ma:contentTypeID="0x010100778A2EBC6E34694C80F43E94FCA993B5" ma:contentTypeVersion="14" ma:contentTypeDescription="Create a new document." ma:contentTypeScope="" ma:versionID="1a7ced39ac191f9ec8deffde533b0c1c">
  <xsd:schema xmlns:xsd="http://www.w3.org/2001/XMLSchema" xmlns:xs="http://www.w3.org/2001/XMLSchema" xmlns:p="http://schemas.microsoft.com/office/2006/metadata/properties" xmlns:ns1="http://schemas.microsoft.com/sharepoint/v3" xmlns:ns2="e4aa919a-b200-49cb-beca-4c7e0810321e" xmlns:ns3="06670dda-0291-4061-b6e0-f6c0cb392c51" targetNamespace="http://schemas.microsoft.com/office/2006/metadata/properties" ma:root="true" ma:fieldsID="bedea8c8816a4e5934c808becd103583" ns1:_="" ns2:_="" ns3:_="">
    <xsd:import namespace="http://schemas.microsoft.com/sharepoint/v3"/>
    <xsd:import namespace="e4aa919a-b200-49cb-beca-4c7e0810321e"/>
    <xsd:import namespace="06670dda-0291-4061-b6e0-f6c0cb392c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a919a-b200-49cb-beca-4c7e081032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670dda-0291-4061-b6e0-f6c0cb392c5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7.xml><?xml version="1.0" encoding="utf-8"?>
<TemplafySlideFormConfiguration><![CDATA[{"formFields":[],"formDataEntries":[]}]]></TemplafySlideFormConfiguration>
</file>

<file path=customXml/item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e4aa919a-b200-49cb-beca-4c7e0810321e" xsi:nil="true"/>
  </documentManagement>
</p:properties>
</file>

<file path=customXml/item9.xml><?xml version="1.0" encoding="utf-8"?>
<TemplafySlideFormConfiguration><![CDATA[{"formFields":[],"formDataEntries":[]}]]></TemplafySlideFormConfiguration>
</file>

<file path=customXml/itemProps1.xml><?xml version="1.0" encoding="utf-8"?>
<ds:datastoreItem xmlns:ds="http://schemas.openxmlformats.org/officeDocument/2006/customXml" ds:itemID="{6291F803-2EF0-4E47-96D6-4796950CE6BD}">
  <ds:schemaRefs/>
</ds:datastoreItem>
</file>

<file path=customXml/itemProps2.xml><?xml version="1.0" encoding="utf-8"?>
<ds:datastoreItem xmlns:ds="http://schemas.openxmlformats.org/officeDocument/2006/customXml" ds:itemID="{BE3BB7DD-0C86-4747-A387-5C5D191BB970}">
  <ds:schemaRefs/>
</ds:datastoreItem>
</file>

<file path=customXml/itemProps3.xml><?xml version="1.0" encoding="utf-8"?>
<ds:datastoreItem xmlns:ds="http://schemas.openxmlformats.org/officeDocument/2006/customXml" ds:itemID="{43BC5722-1D5B-4915-8247-E6D5F513E549}">
  <ds:schemaRefs/>
</ds:datastoreItem>
</file>

<file path=customXml/itemProps4.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5.xml><?xml version="1.0" encoding="utf-8"?>
<ds:datastoreItem xmlns:ds="http://schemas.openxmlformats.org/officeDocument/2006/customXml" ds:itemID="{95AE8F77-448C-4B7C-8669-DC6D4241F9CE}">
  <ds:schemaRefs/>
</ds:datastoreItem>
</file>

<file path=customXml/itemProps6.xml><?xml version="1.0" encoding="utf-8"?>
<ds:datastoreItem xmlns:ds="http://schemas.openxmlformats.org/officeDocument/2006/customXml" ds:itemID="{0BB3C309-8520-4616-80FC-2CB10D5B83A0}">
  <ds:schemaRefs>
    <ds:schemaRef ds:uri="06670dda-0291-4061-b6e0-f6c0cb392c51"/>
    <ds:schemaRef ds:uri="e4aa919a-b200-49cb-beca-4c7e081032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7.xml><?xml version="1.0" encoding="utf-8"?>
<ds:datastoreItem xmlns:ds="http://schemas.openxmlformats.org/officeDocument/2006/customXml" ds:itemID="{C5DD1971-334A-45E9-9D2B-FB6BD8AAE58A}">
  <ds:schemaRefs/>
</ds:datastoreItem>
</file>

<file path=customXml/itemProps8.xml><?xml version="1.0" encoding="utf-8"?>
<ds:datastoreItem xmlns:ds="http://schemas.openxmlformats.org/officeDocument/2006/customXml" ds:itemID="{F990F116-B58F-4255-B05B-DA3808E0E5C6}">
  <ds:schemaRefs>
    <ds:schemaRef ds:uri="06670dda-0291-4061-b6e0-f6c0cb392c51"/>
    <ds:schemaRef ds:uri="e4aa919a-b200-49cb-beca-4c7e081032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9.xml><?xml version="1.0" encoding="utf-8"?>
<ds:datastoreItem xmlns:ds="http://schemas.openxmlformats.org/officeDocument/2006/customXml" ds:itemID="{3D719615-E8C3-42D3-B19D-076A1FC4620D}">
  <ds:schemaRefs/>
</ds:datastoreItem>
</file>

<file path=docMetadata/LabelInfo.xml><?xml version="1.0" encoding="utf-8"?>
<clbl:labelList xmlns:clbl="http://schemas.microsoft.com/office/2020/mipLabelMetadata">
  <clbl:label id="{dce362fe-1558-4fb5-9f64-8a6240d76441}"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0</TotalTime>
  <Words>2732</Words>
  <Application>Microsoft Office PowerPoint</Application>
  <PresentationFormat>Widescreen</PresentationFormat>
  <Paragraphs>542</Paragraphs>
  <Slides>18</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Consolas</vt:lpstr>
      <vt:lpstr>Segoe UI</vt:lpstr>
      <vt:lpstr>Wingdings</vt:lpstr>
      <vt:lpstr>AMD Corporate Template_Dark</vt:lpstr>
      <vt:lpstr>Visio</vt:lpstr>
      <vt:lpstr>New RTL TCM Flows: SDC Lint and Constraints Demotion using Rqual</vt:lpstr>
      <vt:lpstr>AGENDA</vt:lpstr>
      <vt:lpstr>Rqual (RTL static verification) </vt:lpstr>
      <vt:lpstr>Implementing a Shift-Left Strategy for Constraints Validation</vt:lpstr>
      <vt:lpstr>RTL TCM FLOWS</vt:lpstr>
      <vt:lpstr>Why Do We Need It? </vt:lpstr>
      <vt:lpstr>RTL TCM FLOWS</vt:lpstr>
      <vt:lpstr>PowerPoint Presentation</vt:lpstr>
      <vt:lpstr>PowerPoint Presentation</vt:lpstr>
      <vt:lpstr>TCM OUTPUT (s)</vt:lpstr>
      <vt:lpstr>CONTD…</vt:lpstr>
      <vt:lpstr>CONTD…</vt:lpstr>
      <vt:lpstr>CONTD…</vt:lpstr>
      <vt:lpstr>CONTD…</vt:lpstr>
      <vt:lpstr>PowerPoint Presentation</vt:lpstr>
      <vt:lpstr>TCM RTL DEMOTION </vt:lpstr>
      <vt:lpstr>RTL TCM Tile-&gt;SOC Promotion</vt:lpstr>
      <vt:lpstr>Q&amp;A </vt:lpstr>
    </vt:vector>
  </TitlesOfParts>
  <Manager>&lt;Comms manager name here&gt;</Manager>
  <Company>AMD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AMD Corporate Powerpoint Template</dc:subject>
  <dc:creator>Joshi, Vidhu</dc:creator>
  <cp:keywords>AMD Corporate Powerpoint Template</cp:keywords>
  <dc:description/>
  <cp:lastModifiedBy>Joshi, Vidhu</cp:lastModifiedBy>
  <cp:revision>1</cp:revision>
  <cp:lastPrinted>2020-04-30T18:59:47Z</cp:lastPrinted>
  <dcterms:created xsi:type="dcterms:W3CDTF">2025-08-07T13:19:46Z</dcterms:created>
  <dcterms:modified xsi:type="dcterms:W3CDTF">2026-02-17T11:53:29Z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MSIP_Label_64e4cbe8-b4f6-45dc-bcba-6123dfd2d8bf_Enabled">
    <vt:lpwstr>true</vt:lpwstr>
  </property>
  <property fmtid="{D5CDD505-2E9C-101B-9397-08002B2CF9AE}" pid="7" name="MSIP_Label_64e4cbe8-b4f6-45dc-bcba-6123dfd2d8bf_SetDate">
    <vt:lpwstr>2024-02-15T15:59:13Z</vt:lpwstr>
  </property>
  <property fmtid="{D5CDD505-2E9C-101B-9397-08002B2CF9AE}" pid="8" name="MSIP_Label_64e4cbe8-b4f6-45dc-bcba-6123dfd2d8bf_Method">
    <vt:lpwstr>Privileged</vt:lpwstr>
  </property>
  <property fmtid="{D5CDD505-2E9C-101B-9397-08002B2CF9AE}" pid="9" name="MSIP_Label_64e4cbe8-b4f6-45dc-bcba-6123dfd2d8bf_Name">
    <vt:lpwstr>Non-Business-AIP 2.0</vt:lpwstr>
  </property>
  <property fmtid="{D5CDD505-2E9C-101B-9397-08002B2CF9AE}" pid="10" name="MSIP_Label_64e4cbe8-b4f6-45dc-bcba-6123dfd2d8bf_SiteId">
    <vt:lpwstr>3dd8961f-e488-4e60-8e11-a82d994e183d</vt:lpwstr>
  </property>
  <property fmtid="{D5CDD505-2E9C-101B-9397-08002B2CF9AE}" pid="11" name="MSIP_Label_64e4cbe8-b4f6-45dc-bcba-6123dfd2d8bf_ActionId">
    <vt:lpwstr>c382c031-d868-43ef-a7b1-f4e852747774</vt:lpwstr>
  </property>
  <property fmtid="{D5CDD505-2E9C-101B-9397-08002B2CF9AE}" pid="12" name="MSIP_Label_64e4cbe8-b4f6-45dc-bcba-6123dfd2d8bf_ContentBits">
    <vt:lpwstr>0</vt:lpwstr>
  </property>
  <property fmtid="{D5CDD505-2E9C-101B-9397-08002B2CF9AE}" pid="13" name="ClassificationContentMarkingHeaderLocations">
    <vt:lpwstr>AMD Corporate Template_Dark:6</vt:lpwstr>
  </property>
  <property fmtid="{D5CDD505-2E9C-101B-9397-08002B2CF9AE}" pid="14" name="ClassificationContentMarkingHeaderText">
    <vt:lpwstr>[AMD Official Use Only - AMD Internal Distribution Only]</vt:lpwstr>
  </property>
</Properties>
</file>