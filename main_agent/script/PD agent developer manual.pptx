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4" r:id="rId2"/>
    <p:sldId id="277" r:id="rId3"/>
    <p:sldId id="279" r:id="rId4"/>
    <p:sldId id="271" r:id="rId5"/>
    <p:sldId id="269" r:id="rId6"/>
    <p:sldId id="275" r:id="rId7"/>
    <p:sldId id="276" r:id="rId8"/>
    <p:sldId id="270" r:id="rId9"/>
    <p:sldId id="278" r:id="rId10"/>
    <p:sldId id="281" r:id="rId11"/>
    <p:sldId id="282" r:id="rId12"/>
    <p:sldId id="283" r:id="rId13"/>
    <p:sldId id="284" r:id="rId14"/>
    <p:sldId id="28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id="{9BC64729-4AF8-4F70-8EAA-C67E7A2711BA}">
          <p14:sldIdLst>
            <p14:sldId id="274"/>
          </p14:sldIdLst>
        </p14:section>
        <p14:section name="Script structure" id="{152CEEDC-14E0-47E8-BCC7-84703F65847E}">
          <p14:sldIdLst>
            <p14:sldId id="277"/>
          </p14:sldIdLst>
        </p14:section>
        <p14:section name="LLM formatter" id="{B7582412-DB96-48D3-8C61-4B849922C4A5}">
          <p14:sldIdLst>
            <p14:sldId id="279"/>
          </p14:sldIdLst>
        </p14:section>
        <p14:section name="Instruction Defination" id="{9701459D-4E28-4E04-B1CD-4EF887951FD7}">
          <p14:sldIdLst>
            <p14:sldId id="271"/>
          </p14:sldIdLst>
        </p14:section>
        <p14:section name="arguement recognization" id="{358230DC-270B-46BE-9A38-B24857173F25}">
          <p14:sldIdLst>
            <p14:sldId id="269"/>
          </p14:sldIdLst>
        </p14:section>
        <p14:section name="instruction inplementation" id="{B514813D-265A-43F5-A4DB-D64757B38BA4}">
          <p14:sldIdLst>
            <p14:sldId id="275"/>
          </p14:sldIdLst>
        </p14:section>
        <p14:section name="status update" id="{F2B41026-7331-4F47-8A93-AD618C9C179D}">
          <p14:sldIdLst>
            <p14:sldId id="276"/>
          </p14:sldIdLst>
        </p14:section>
        <p14:section name="Html Spec" id="{8BB698DE-8F6B-49B3-A1DE-0DEDA85B1E23}">
          <p14:sldIdLst>
            <p14:sldId id="270"/>
            <p14:sldId id="278"/>
          </p14:sldIdLst>
        </p14:section>
        <p14:section name="Common Script" id="{0615A251-0B38-4965-A45D-F1FF9D37512E}">
          <p14:sldIdLst>
            <p14:sldId id="281"/>
            <p14:sldId id="282"/>
            <p14:sldId id="283"/>
            <p14:sldId id="284"/>
          </p14:sldIdLst>
        </p14:section>
        <p14:section name="Override Script" id="{A75FA914-A329-4F87-9728-772FCF326B46}">
          <p14:sldIdLst>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n, Simon (SRDC PD)" userId="c4c7849d-5904-43d8-b8bf-884938130f09" providerId="ADAL" clId="{C8D91CE6-6125-46F4-817E-8A3AD2BD3425}"/>
    <pc:docChg chg="undo custSel addSld delSld modSld addSection delSection modSection">
      <pc:chgData name="Chen, Simon (SRDC PD)" userId="c4c7849d-5904-43d8-b8bf-884938130f09" providerId="ADAL" clId="{C8D91CE6-6125-46F4-817E-8A3AD2BD3425}" dt="2023-10-24T08:12:23.959" v="1485" actId="12"/>
      <pc:docMkLst>
        <pc:docMk/>
      </pc:docMkLst>
      <pc:sldChg chg="del">
        <pc:chgData name="Chen, Simon (SRDC PD)" userId="c4c7849d-5904-43d8-b8bf-884938130f09" providerId="ADAL" clId="{C8D91CE6-6125-46F4-817E-8A3AD2BD3425}" dt="2023-10-24T02:23:13.117" v="371" actId="47"/>
        <pc:sldMkLst>
          <pc:docMk/>
          <pc:sldMk cId="810410313" sldId="256"/>
        </pc:sldMkLst>
      </pc:sldChg>
      <pc:sldChg chg="del">
        <pc:chgData name="Chen, Simon (SRDC PD)" userId="c4c7849d-5904-43d8-b8bf-884938130f09" providerId="ADAL" clId="{C8D91CE6-6125-46F4-817E-8A3AD2BD3425}" dt="2023-10-24T02:23:13.117" v="371" actId="47"/>
        <pc:sldMkLst>
          <pc:docMk/>
          <pc:sldMk cId="973475700" sldId="258"/>
        </pc:sldMkLst>
      </pc:sldChg>
      <pc:sldChg chg="del">
        <pc:chgData name="Chen, Simon (SRDC PD)" userId="c4c7849d-5904-43d8-b8bf-884938130f09" providerId="ADAL" clId="{C8D91CE6-6125-46F4-817E-8A3AD2BD3425}" dt="2023-10-24T02:23:13.117" v="371" actId="47"/>
        <pc:sldMkLst>
          <pc:docMk/>
          <pc:sldMk cId="2651526651" sldId="259"/>
        </pc:sldMkLst>
      </pc:sldChg>
      <pc:sldChg chg="del">
        <pc:chgData name="Chen, Simon (SRDC PD)" userId="c4c7849d-5904-43d8-b8bf-884938130f09" providerId="ADAL" clId="{C8D91CE6-6125-46F4-817E-8A3AD2BD3425}" dt="2023-10-24T02:23:13.117" v="371" actId="47"/>
        <pc:sldMkLst>
          <pc:docMk/>
          <pc:sldMk cId="2026235310" sldId="260"/>
        </pc:sldMkLst>
      </pc:sldChg>
      <pc:sldChg chg="del">
        <pc:chgData name="Chen, Simon (SRDC PD)" userId="c4c7849d-5904-43d8-b8bf-884938130f09" providerId="ADAL" clId="{C8D91CE6-6125-46F4-817E-8A3AD2BD3425}" dt="2023-10-24T02:23:13.117" v="371" actId="47"/>
        <pc:sldMkLst>
          <pc:docMk/>
          <pc:sldMk cId="3038951543" sldId="261"/>
        </pc:sldMkLst>
      </pc:sldChg>
      <pc:sldChg chg="del">
        <pc:chgData name="Chen, Simon (SRDC PD)" userId="c4c7849d-5904-43d8-b8bf-884938130f09" providerId="ADAL" clId="{C8D91CE6-6125-46F4-817E-8A3AD2BD3425}" dt="2023-10-24T02:23:16.809" v="372" actId="47"/>
        <pc:sldMkLst>
          <pc:docMk/>
          <pc:sldMk cId="3567719889" sldId="262"/>
        </pc:sldMkLst>
      </pc:sldChg>
      <pc:sldChg chg="del">
        <pc:chgData name="Chen, Simon (SRDC PD)" userId="c4c7849d-5904-43d8-b8bf-884938130f09" providerId="ADAL" clId="{C8D91CE6-6125-46F4-817E-8A3AD2BD3425}" dt="2023-10-24T02:23:16.809" v="372" actId="47"/>
        <pc:sldMkLst>
          <pc:docMk/>
          <pc:sldMk cId="1489060775" sldId="263"/>
        </pc:sldMkLst>
      </pc:sldChg>
      <pc:sldChg chg="del">
        <pc:chgData name="Chen, Simon (SRDC PD)" userId="c4c7849d-5904-43d8-b8bf-884938130f09" providerId="ADAL" clId="{C8D91CE6-6125-46F4-817E-8A3AD2BD3425}" dt="2023-10-24T02:23:16.809" v="372" actId="47"/>
        <pc:sldMkLst>
          <pc:docMk/>
          <pc:sldMk cId="2903096030" sldId="264"/>
        </pc:sldMkLst>
      </pc:sldChg>
      <pc:sldChg chg="del">
        <pc:chgData name="Chen, Simon (SRDC PD)" userId="c4c7849d-5904-43d8-b8bf-884938130f09" providerId="ADAL" clId="{C8D91CE6-6125-46F4-817E-8A3AD2BD3425}" dt="2023-10-24T02:23:20.134" v="373" actId="47"/>
        <pc:sldMkLst>
          <pc:docMk/>
          <pc:sldMk cId="2519479524" sldId="265"/>
        </pc:sldMkLst>
      </pc:sldChg>
      <pc:sldChg chg="del">
        <pc:chgData name="Chen, Simon (SRDC PD)" userId="c4c7849d-5904-43d8-b8bf-884938130f09" providerId="ADAL" clId="{C8D91CE6-6125-46F4-817E-8A3AD2BD3425}" dt="2023-10-24T02:23:20.134" v="373" actId="47"/>
        <pc:sldMkLst>
          <pc:docMk/>
          <pc:sldMk cId="182342979" sldId="267"/>
        </pc:sldMkLst>
      </pc:sldChg>
      <pc:sldChg chg="addSp modSp mod">
        <pc:chgData name="Chen, Simon (SRDC PD)" userId="c4c7849d-5904-43d8-b8bf-884938130f09" providerId="ADAL" clId="{C8D91CE6-6125-46F4-817E-8A3AD2BD3425}" dt="2023-10-24T06:13:30.710" v="995" actId="207"/>
        <pc:sldMkLst>
          <pc:docMk/>
          <pc:sldMk cId="7265354" sldId="268"/>
        </pc:sldMkLst>
        <pc:graphicFrameChg chg="add mod modGraphic">
          <ac:chgData name="Chen, Simon (SRDC PD)" userId="c4c7849d-5904-43d8-b8bf-884938130f09" providerId="ADAL" clId="{C8D91CE6-6125-46F4-817E-8A3AD2BD3425}" dt="2023-10-24T06:13:30.710" v="995" actId="207"/>
          <ac:graphicFrameMkLst>
            <pc:docMk/>
            <pc:sldMk cId="7265354" sldId="268"/>
            <ac:graphicFrameMk id="3" creationId="{6E305109-365F-14B5-5EA0-56C910B58F48}"/>
          </ac:graphicFrameMkLst>
        </pc:graphicFrameChg>
      </pc:sldChg>
      <pc:sldChg chg="addSp delSp modSp mod">
        <pc:chgData name="Chen, Simon (SRDC PD)" userId="c4c7849d-5904-43d8-b8bf-884938130f09" providerId="ADAL" clId="{C8D91CE6-6125-46F4-817E-8A3AD2BD3425}" dt="2023-10-24T08:05:56.504" v="1137" actId="14100"/>
        <pc:sldMkLst>
          <pc:docMk/>
          <pc:sldMk cId="3265265514" sldId="269"/>
        </pc:sldMkLst>
        <pc:spChg chg="add del mod">
          <ac:chgData name="Chen, Simon (SRDC PD)" userId="c4c7849d-5904-43d8-b8bf-884938130f09" providerId="ADAL" clId="{C8D91CE6-6125-46F4-817E-8A3AD2BD3425}" dt="2023-10-24T02:14:04.731" v="310"/>
          <ac:spMkLst>
            <pc:docMk/>
            <pc:sldMk cId="3265265514" sldId="269"/>
            <ac:spMk id="3" creationId="{64A3A8FA-1255-44D3-E3EE-8E605E28F881}"/>
          </ac:spMkLst>
        </pc:spChg>
        <pc:spChg chg="mod">
          <ac:chgData name="Chen, Simon (SRDC PD)" userId="c4c7849d-5904-43d8-b8bf-884938130f09" providerId="ADAL" clId="{C8D91CE6-6125-46F4-817E-8A3AD2BD3425}" dt="2023-10-24T02:05:40.382" v="43"/>
          <ac:spMkLst>
            <pc:docMk/>
            <pc:sldMk cId="3265265514" sldId="269"/>
            <ac:spMk id="4" creationId="{9C7CCB69-27FB-82A6-FAB2-AAAB5BF7BE58}"/>
          </ac:spMkLst>
        </pc:spChg>
        <pc:spChg chg="del">
          <ac:chgData name="Chen, Simon (SRDC PD)" userId="c4c7849d-5904-43d8-b8bf-884938130f09" providerId="ADAL" clId="{C8D91CE6-6125-46F4-817E-8A3AD2BD3425}" dt="2023-10-24T01:59:12.883" v="2" actId="478"/>
          <ac:spMkLst>
            <pc:docMk/>
            <pc:sldMk cId="3265265514" sldId="269"/>
            <ac:spMk id="6" creationId="{23B118C1-A09D-8BDA-76F5-19FBC74C0583}"/>
          </ac:spMkLst>
        </pc:spChg>
        <pc:spChg chg="mod">
          <ac:chgData name="Chen, Simon (SRDC PD)" userId="c4c7849d-5904-43d8-b8bf-884938130f09" providerId="ADAL" clId="{C8D91CE6-6125-46F4-817E-8A3AD2BD3425}" dt="2023-10-24T02:23:01.843" v="370" actId="20577"/>
          <ac:spMkLst>
            <pc:docMk/>
            <pc:sldMk cId="3265265514" sldId="269"/>
            <ac:spMk id="7" creationId="{89A61D5B-0276-CAAE-2E0D-C49C0932F1D4}"/>
          </ac:spMkLst>
        </pc:spChg>
        <pc:spChg chg="del">
          <ac:chgData name="Chen, Simon (SRDC PD)" userId="c4c7849d-5904-43d8-b8bf-884938130f09" providerId="ADAL" clId="{C8D91CE6-6125-46F4-817E-8A3AD2BD3425}" dt="2023-10-24T02:05:06.689" v="42" actId="478"/>
          <ac:spMkLst>
            <pc:docMk/>
            <pc:sldMk cId="3265265514" sldId="269"/>
            <ac:spMk id="9" creationId="{912E183F-0663-08A4-BFF5-C382F11E9D9F}"/>
          </ac:spMkLst>
        </pc:spChg>
        <pc:spChg chg="add mod">
          <ac:chgData name="Chen, Simon (SRDC PD)" userId="c4c7849d-5904-43d8-b8bf-884938130f09" providerId="ADAL" clId="{C8D91CE6-6125-46F4-817E-8A3AD2BD3425}" dt="2023-10-24T02:21:18.511" v="348" actId="164"/>
          <ac:spMkLst>
            <pc:docMk/>
            <pc:sldMk cId="3265265514" sldId="269"/>
            <ac:spMk id="10" creationId="{A9DCA7E3-4893-2335-0D80-111EA628262E}"/>
          </ac:spMkLst>
        </pc:spChg>
        <pc:spChg chg="add mod">
          <ac:chgData name="Chen, Simon (SRDC PD)" userId="c4c7849d-5904-43d8-b8bf-884938130f09" providerId="ADAL" clId="{C8D91CE6-6125-46F4-817E-8A3AD2BD3425}" dt="2023-10-24T02:21:18.511" v="348" actId="164"/>
          <ac:spMkLst>
            <pc:docMk/>
            <pc:sldMk cId="3265265514" sldId="269"/>
            <ac:spMk id="12" creationId="{73B02D81-8342-AEA1-811E-3CAF3DD2BA3A}"/>
          </ac:spMkLst>
        </pc:spChg>
        <pc:spChg chg="add del mod">
          <ac:chgData name="Chen, Simon (SRDC PD)" userId="c4c7849d-5904-43d8-b8bf-884938130f09" providerId="ADAL" clId="{C8D91CE6-6125-46F4-817E-8A3AD2BD3425}" dt="2023-10-24T02:18:11.953" v="338" actId="478"/>
          <ac:spMkLst>
            <pc:docMk/>
            <pc:sldMk cId="3265265514" sldId="269"/>
            <ac:spMk id="16" creationId="{BC6EC426-CFA1-8114-ED1B-F5CCFE210F6A}"/>
          </ac:spMkLst>
        </pc:spChg>
        <pc:spChg chg="add mod">
          <ac:chgData name="Chen, Simon (SRDC PD)" userId="c4c7849d-5904-43d8-b8bf-884938130f09" providerId="ADAL" clId="{C8D91CE6-6125-46F4-817E-8A3AD2BD3425}" dt="2023-10-24T02:21:48.556" v="364" actId="20577"/>
          <ac:spMkLst>
            <pc:docMk/>
            <pc:sldMk cId="3265265514" sldId="269"/>
            <ac:spMk id="19" creationId="{DA91BBAB-D490-7A29-7FB8-729025804304}"/>
          </ac:spMkLst>
        </pc:spChg>
        <pc:spChg chg="add del mod">
          <ac:chgData name="Chen, Simon (SRDC PD)" userId="c4c7849d-5904-43d8-b8bf-884938130f09" providerId="ADAL" clId="{C8D91CE6-6125-46F4-817E-8A3AD2BD3425}" dt="2023-10-24T02:22:45.788" v="369"/>
          <ac:spMkLst>
            <pc:docMk/>
            <pc:sldMk cId="3265265514" sldId="269"/>
            <ac:spMk id="20" creationId="{D430F22A-D138-777E-3771-7BB58CA6AC6F}"/>
          </ac:spMkLst>
        </pc:spChg>
        <pc:grpChg chg="add mod">
          <ac:chgData name="Chen, Simon (SRDC PD)" userId="c4c7849d-5904-43d8-b8bf-884938130f09" providerId="ADAL" clId="{C8D91CE6-6125-46F4-817E-8A3AD2BD3425}" dt="2023-10-24T02:21:26.205" v="350" actId="1076"/>
          <ac:grpSpMkLst>
            <pc:docMk/>
            <pc:sldMk cId="3265265514" sldId="269"/>
            <ac:grpSpMk id="18" creationId="{89C2D349-7E3D-83E3-EE54-708F01B8DB4C}"/>
          </ac:grpSpMkLst>
        </pc:grpChg>
        <pc:graphicFrameChg chg="add mod modGraphic">
          <ac:chgData name="Chen, Simon (SRDC PD)" userId="c4c7849d-5904-43d8-b8bf-884938130f09" providerId="ADAL" clId="{C8D91CE6-6125-46F4-817E-8A3AD2BD3425}" dt="2023-10-24T08:05:56.504" v="1137" actId="14100"/>
          <ac:graphicFrameMkLst>
            <pc:docMk/>
            <pc:sldMk cId="3265265514" sldId="269"/>
            <ac:graphicFrameMk id="2" creationId="{181E1FB7-8985-C49A-A523-CBE6588793D3}"/>
          </ac:graphicFrameMkLst>
        </pc:graphicFrameChg>
        <pc:picChg chg="add mod">
          <ac:chgData name="Chen, Simon (SRDC PD)" userId="c4c7849d-5904-43d8-b8bf-884938130f09" providerId="ADAL" clId="{C8D91CE6-6125-46F4-817E-8A3AD2BD3425}" dt="2023-10-24T02:21:18.511" v="348" actId="164"/>
          <ac:picMkLst>
            <pc:docMk/>
            <pc:sldMk cId="3265265514" sldId="269"/>
            <ac:picMk id="8" creationId="{085E1B03-312D-D74C-3281-D68C07BC008B}"/>
          </ac:picMkLst>
        </pc:picChg>
        <pc:picChg chg="del">
          <ac:chgData name="Chen, Simon (SRDC PD)" userId="c4c7849d-5904-43d8-b8bf-884938130f09" providerId="ADAL" clId="{C8D91CE6-6125-46F4-817E-8A3AD2BD3425}" dt="2023-10-24T01:59:14.987" v="3" actId="478"/>
          <ac:picMkLst>
            <pc:docMk/>
            <pc:sldMk cId="3265265514" sldId="269"/>
            <ac:picMk id="11" creationId="{9EAADED7-4F69-1745-B1EF-FE6E6BA142BF}"/>
          </ac:picMkLst>
        </pc:picChg>
        <pc:cxnChg chg="add del mod">
          <ac:chgData name="Chen, Simon (SRDC PD)" userId="c4c7849d-5904-43d8-b8bf-884938130f09" providerId="ADAL" clId="{C8D91CE6-6125-46F4-817E-8A3AD2BD3425}" dt="2023-10-24T02:22:45.787" v="367" actId="478"/>
          <ac:cxnSpMkLst>
            <pc:docMk/>
            <pc:sldMk cId="3265265514" sldId="269"/>
            <ac:cxnSpMk id="14" creationId="{6527B0EF-2A79-951D-37DA-BAE1EDA787CF}"/>
          </ac:cxnSpMkLst>
        </pc:cxnChg>
      </pc:sldChg>
      <pc:sldChg chg="addSp delSp modSp add mod">
        <pc:chgData name="Chen, Simon (SRDC PD)" userId="c4c7849d-5904-43d8-b8bf-884938130f09" providerId="ADAL" clId="{C8D91CE6-6125-46F4-817E-8A3AD2BD3425}" dt="2023-10-24T06:24:23.958" v="1131" actId="1076"/>
        <pc:sldMkLst>
          <pc:docMk/>
          <pc:sldMk cId="4079188325" sldId="270"/>
        </pc:sldMkLst>
        <pc:spChg chg="mod">
          <ac:chgData name="Chen, Simon (SRDC PD)" userId="c4c7849d-5904-43d8-b8bf-884938130f09" providerId="ADAL" clId="{C8D91CE6-6125-46F4-817E-8A3AD2BD3425}" dt="2023-10-24T06:16:49.063" v="1028" actId="20577"/>
          <ac:spMkLst>
            <pc:docMk/>
            <pc:sldMk cId="4079188325" sldId="270"/>
            <ac:spMk id="4" creationId="{9C7CCB69-27FB-82A6-FAB2-AAAB5BF7BE58}"/>
          </ac:spMkLst>
        </pc:spChg>
        <pc:spChg chg="mod">
          <ac:chgData name="Chen, Simon (SRDC PD)" userId="c4c7849d-5904-43d8-b8bf-884938130f09" providerId="ADAL" clId="{C8D91CE6-6125-46F4-817E-8A3AD2BD3425}" dt="2023-10-24T06:17:41.984" v="1096" actId="20577"/>
          <ac:spMkLst>
            <pc:docMk/>
            <pc:sldMk cId="4079188325" sldId="270"/>
            <ac:spMk id="7" creationId="{89A61D5B-0276-CAAE-2E0D-C49C0932F1D4}"/>
          </ac:spMkLst>
        </pc:spChg>
        <pc:spChg chg="del">
          <ac:chgData name="Chen, Simon (SRDC PD)" userId="c4c7849d-5904-43d8-b8bf-884938130f09" providerId="ADAL" clId="{C8D91CE6-6125-46F4-817E-8A3AD2BD3425}" dt="2023-10-24T06:06:48.450" v="474" actId="478"/>
          <ac:spMkLst>
            <pc:docMk/>
            <pc:sldMk cId="4079188325" sldId="270"/>
            <ac:spMk id="19" creationId="{DA91BBAB-D490-7A29-7FB8-729025804304}"/>
          </ac:spMkLst>
        </pc:spChg>
        <pc:grpChg chg="del">
          <ac:chgData name="Chen, Simon (SRDC PD)" userId="c4c7849d-5904-43d8-b8bf-884938130f09" providerId="ADAL" clId="{C8D91CE6-6125-46F4-817E-8A3AD2BD3425}" dt="2023-10-24T06:06:10.548" v="377" actId="478"/>
          <ac:grpSpMkLst>
            <pc:docMk/>
            <pc:sldMk cId="4079188325" sldId="270"/>
            <ac:grpSpMk id="18" creationId="{89C2D349-7E3D-83E3-EE54-708F01B8DB4C}"/>
          </ac:grpSpMkLst>
        </pc:grpChg>
        <pc:graphicFrameChg chg="add mod modGraphic">
          <ac:chgData name="Chen, Simon (SRDC PD)" userId="c4c7849d-5904-43d8-b8bf-884938130f09" providerId="ADAL" clId="{C8D91CE6-6125-46F4-817E-8A3AD2BD3425}" dt="2023-10-24T06:24:15.611" v="1129" actId="14734"/>
          <ac:graphicFrameMkLst>
            <pc:docMk/>
            <pc:sldMk cId="4079188325" sldId="270"/>
            <ac:graphicFrameMk id="2" creationId="{81615A5F-F133-BDC6-0F96-3B37B69CF211}"/>
          </ac:graphicFrameMkLst>
        </pc:graphicFrameChg>
        <pc:graphicFrameChg chg="add del mod modGraphic">
          <ac:chgData name="Chen, Simon (SRDC PD)" userId="c4c7849d-5904-43d8-b8bf-884938130f09" providerId="ADAL" clId="{C8D91CE6-6125-46F4-817E-8A3AD2BD3425}" dt="2023-10-24T06:13:01.041" v="987" actId="21"/>
          <ac:graphicFrameMkLst>
            <pc:docMk/>
            <pc:sldMk cId="4079188325" sldId="270"/>
            <ac:graphicFrameMk id="3" creationId="{88D1F6BA-2609-8D56-F825-01DB77777F88}"/>
          </ac:graphicFrameMkLst>
        </pc:graphicFrameChg>
        <pc:picChg chg="add mod modCrop">
          <ac:chgData name="Chen, Simon (SRDC PD)" userId="c4c7849d-5904-43d8-b8bf-884938130f09" providerId="ADAL" clId="{C8D91CE6-6125-46F4-817E-8A3AD2BD3425}" dt="2023-10-24T06:24:20.565" v="1130" actId="1076"/>
          <ac:picMkLst>
            <pc:docMk/>
            <pc:sldMk cId="4079188325" sldId="270"/>
            <ac:picMk id="6" creationId="{73CDB88D-53A2-CAA1-EF1F-69919B5285F1}"/>
          </ac:picMkLst>
        </pc:picChg>
        <pc:picChg chg="add mod modCrop">
          <ac:chgData name="Chen, Simon (SRDC PD)" userId="c4c7849d-5904-43d8-b8bf-884938130f09" providerId="ADAL" clId="{C8D91CE6-6125-46F4-817E-8A3AD2BD3425}" dt="2023-10-24T06:24:23.958" v="1131" actId="1076"/>
          <ac:picMkLst>
            <pc:docMk/>
            <pc:sldMk cId="4079188325" sldId="270"/>
            <ac:picMk id="11" creationId="{F72D3CEB-45B3-F9DE-CB15-E7762DC5AAF2}"/>
          </ac:picMkLst>
        </pc:picChg>
      </pc:sldChg>
      <pc:sldChg chg="del">
        <pc:chgData name="Chen, Simon (SRDC PD)" userId="c4c7849d-5904-43d8-b8bf-884938130f09" providerId="ADAL" clId="{C8D91CE6-6125-46F4-817E-8A3AD2BD3425}" dt="2023-10-24T01:58:52.721" v="0" actId="47"/>
        <pc:sldMkLst>
          <pc:docMk/>
          <pc:sldMk cId="4263465988" sldId="270"/>
        </pc:sldMkLst>
      </pc:sldChg>
      <pc:sldChg chg="addSp delSp modSp add mod">
        <pc:chgData name="Chen, Simon (SRDC PD)" userId="c4c7849d-5904-43d8-b8bf-884938130f09" providerId="ADAL" clId="{C8D91CE6-6125-46F4-817E-8A3AD2BD3425}" dt="2023-10-24T08:12:23.959" v="1485" actId="12"/>
        <pc:sldMkLst>
          <pc:docMk/>
          <pc:sldMk cId="2794599148" sldId="271"/>
        </pc:sldMkLst>
        <pc:spChg chg="mod">
          <ac:chgData name="Chen, Simon (SRDC PD)" userId="c4c7849d-5904-43d8-b8bf-884938130f09" providerId="ADAL" clId="{C8D91CE6-6125-46F4-817E-8A3AD2BD3425}" dt="2023-10-24T06:19:34.385" v="1128" actId="313"/>
          <ac:spMkLst>
            <pc:docMk/>
            <pc:sldMk cId="2794599148" sldId="271"/>
            <ac:spMk id="4" creationId="{9C7CCB69-27FB-82A6-FAB2-AAAB5BF7BE58}"/>
          </ac:spMkLst>
        </pc:spChg>
        <pc:spChg chg="del mod">
          <ac:chgData name="Chen, Simon (SRDC PD)" userId="c4c7849d-5904-43d8-b8bf-884938130f09" providerId="ADAL" clId="{C8D91CE6-6125-46F4-817E-8A3AD2BD3425}" dt="2023-10-24T08:10:40.995" v="1470" actId="478"/>
          <ac:spMkLst>
            <pc:docMk/>
            <pc:sldMk cId="2794599148" sldId="271"/>
            <ac:spMk id="5" creationId="{C8F358AF-E298-32C4-42B9-5738EEA877CA}"/>
          </ac:spMkLst>
        </pc:spChg>
        <pc:spChg chg="del mod topLvl">
          <ac:chgData name="Chen, Simon (SRDC PD)" userId="c4c7849d-5904-43d8-b8bf-884938130f09" providerId="ADAL" clId="{C8D91CE6-6125-46F4-817E-8A3AD2BD3425}" dt="2023-10-24T08:10:45.447" v="1471" actId="478"/>
          <ac:spMkLst>
            <pc:docMk/>
            <pc:sldMk cId="2794599148" sldId="271"/>
            <ac:spMk id="6" creationId="{5133AF7E-91B4-BB63-DC05-B31C71B90AB4}"/>
          </ac:spMkLst>
        </pc:spChg>
        <pc:spChg chg="mod">
          <ac:chgData name="Chen, Simon (SRDC PD)" userId="c4c7849d-5904-43d8-b8bf-884938130f09" providerId="ADAL" clId="{C8D91CE6-6125-46F4-817E-8A3AD2BD3425}" dt="2023-10-24T08:12:23.959" v="1485" actId="12"/>
          <ac:spMkLst>
            <pc:docMk/>
            <pc:sldMk cId="2794599148" sldId="271"/>
            <ac:spMk id="7" creationId="{89A61D5B-0276-CAAE-2E0D-C49C0932F1D4}"/>
          </ac:spMkLst>
        </pc:spChg>
        <pc:spChg chg="add del mod">
          <ac:chgData name="Chen, Simon (SRDC PD)" userId="c4c7849d-5904-43d8-b8bf-884938130f09" providerId="ADAL" clId="{C8D91CE6-6125-46F4-817E-8A3AD2BD3425}" dt="2023-10-24T08:06:32.660" v="1139" actId="478"/>
          <ac:spMkLst>
            <pc:docMk/>
            <pc:sldMk cId="2794599148" sldId="271"/>
            <ac:spMk id="8" creationId="{43D51E9F-0CB0-4C04-0CA8-AB9907E35495}"/>
          </ac:spMkLst>
        </pc:spChg>
        <pc:spChg chg="add mod">
          <ac:chgData name="Chen, Simon (SRDC PD)" userId="c4c7849d-5904-43d8-b8bf-884938130f09" providerId="ADAL" clId="{C8D91CE6-6125-46F4-817E-8A3AD2BD3425}" dt="2023-10-24T08:10:37.802" v="1469" actId="1076"/>
          <ac:spMkLst>
            <pc:docMk/>
            <pc:sldMk cId="2794599148" sldId="271"/>
            <ac:spMk id="9" creationId="{6C18A5FD-C7F5-9DAB-E54C-CA1825841BDF}"/>
          </ac:spMkLst>
        </pc:spChg>
        <pc:spChg chg="add mod">
          <ac:chgData name="Chen, Simon (SRDC PD)" userId="c4c7849d-5904-43d8-b8bf-884938130f09" providerId="ADAL" clId="{C8D91CE6-6125-46F4-817E-8A3AD2BD3425}" dt="2023-10-24T08:11:06.184" v="1476" actId="14100"/>
          <ac:spMkLst>
            <pc:docMk/>
            <pc:sldMk cId="2794599148" sldId="271"/>
            <ac:spMk id="14" creationId="{8838D9FB-747E-19ED-F5F8-2C529DC58A51}"/>
          </ac:spMkLst>
        </pc:spChg>
        <pc:spChg chg="add mod">
          <ac:chgData name="Chen, Simon (SRDC PD)" userId="c4c7849d-5904-43d8-b8bf-884938130f09" providerId="ADAL" clId="{C8D91CE6-6125-46F4-817E-8A3AD2BD3425}" dt="2023-10-24T08:11:13.722" v="1478" actId="1076"/>
          <ac:spMkLst>
            <pc:docMk/>
            <pc:sldMk cId="2794599148" sldId="271"/>
            <ac:spMk id="15" creationId="{C8E27D9B-269B-5DD8-F75F-172BF82A936C}"/>
          </ac:spMkLst>
        </pc:spChg>
        <pc:spChg chg="mod">
          <ac:chgData name="Chen, Simon (SRDC PD)" userId="c4c7849d-5904-43d8-b8bf-884938130f09" providerId="ADAL" clId="{C8D91CE6-6125-46F4-817E-8A3AD2BD3425}" dt="2023-10-24T08:09:31.119" v="1463" actId="20577"/>
          <ac:spMkLst>
            <pc:docMk/>
            <pc:sldMk cId="2794599148" sldId="271"/>
            <ac:spMk id="19" creationId="{DA91BBAB-D490-7A29-7FB8-729025804304}"/>
          </ac:spMkLst>
        </pc:spChg>
        <pc:grpChg chg="add del mod">
          <ac:chgData name="Chen, Simon (SRDC PD)" userId="c4c7849d-5904-43d8-b8bf-884938130f09" providerId="ADAL" clId="{C8D91CE6-6125-46F4-817E-8A3AD2BD3425}" dt="2023-10-24T08:10:45.447" v="1471" actId="478"/>
          <ac:grpSpMkLst>
            <pc:docMk/>
            <pc:sldMk cId="2794599148" sldId="271"/>
            <ac:grpSpMk id="2" creationId="{2981441A-EE2D-198D-AE16-003F2A2009F1}"/>
          </ac:grpSpMkLst>
        </pc:grpChg>
        <pc:grpChg chg="del">
          <ac:chgData name="Chen, Simon (SRDC PD)" userId="c4c7849d-5904-43d8-b8bf-884938130f09" providerId="ADAL" clId="{C8D91CE6-6125-46F4-817E-8A3AD2BD3425}" dt="2023-10-24T06:19:00.308" v="1115" actId="478"/>
          <ac:grpSpMkLst>
            <pc:docMk/>
            <pc:sldMk cId="2794599148" sldId="271"/>
            <ac:grpSpMk id="18" creationId="{89C2D349-7E3D-83E3-EE54-708F01B8DB4C}"/>
          </ac:grpSpMkLst>
        </pc:grpChg>
        <pc:picChg chg="mod topLvl">
          <ac:chgData name="Chen, Simon (SRDC PD)" userId="c4c7849d-5904-43d8-b8bf-884938130f09" providerId="ADAL" clId="{C8D91CE6-6125-46F4-817E-8A3AD2BD3425}" dt="2023-10-24T08:10:45.447" v="1471" actId="478"/>
          <ac:picMkLst>
            <pc:docMk/>
            <pc:sldMk cId="2794599148" sldId="271"/>
            <ac:picMk id="3" creationId="{EE9419FA-18E0-409F-BC27-90D856D302D7}"/>
          </ac:picMkLst>
        </pc:picChg>
        <pc:picChg chg="add mod">
          <ac:chgData name="Chen, Simon (SRDC PD)" userId="c4c7849d-5904-43d8-b8bf-884938130f09" providerId="ADAL" clId="{C8D91CE6-6125-46F4-817E-8A3AD2BD3425}" dt="2023-10-24T08:10:06.315" v="1465" actId="1076"/>
          <ac:picMkLst>
            <pc:docMk/>
            <pc:sldMk cId="2794599148" sldId="271"/>
            <ac:picMk id="11" creationId="{802E8EBE-1F34-FBF7-964F-6002980C7EF3}"/>
          </ac:picMkLst>
        </pc:picChg>
        <pc:picChg chg="add mod">
          <ac:chgData name="Chen, Simon (SRDC PD)" userId="c4c7849d-5904-43d8-b8bf-884938130f09" providerId="ADAL" clId="{C8D91CE6-6125-46F4-817E-8A3AD2BD3425}" dt="2023-10-24T08:10:28.645" v="1467" actId="1076"/>
          <ac:picMkLst>
            <pc:docMk/>
            <pc:sldMk cId="2794599148" sldId="271"/>
            <ac:picMk id="13" creationId="{88327A0E-1E8B-8669-EFA2-D82B2C3AE69E}"/>
          </ac:picMkLst>
        </pc:picChg>
        <pc:cxnChg chg="add mod">
          <ac:chgData name="Chen, Simon (SRDC PD)" userId="c4c7849d-5904-43d8-b8bf-884938130f09" providerId="ADAL" clId="{C8D91CE6-6125-46F4-817E-8A3AD2BD3425}" dt="2023-10-24T08:11:33.710" v="1480" actId="14100"/>
          <ac:cxnSpMkLst>
            <pc:docMk/>
            <pc:sldMk cId="2794599148" sldId="271"/>
            <ac:cxnSpMk id="17" creationId="{62EC3975-3DCA-13C0-170E-5B1DA727EB57}"/>
          </ac:cxnSpMkLst>
        </pc:cxnChg>
        <pc:cxnChg chg="add mod">
          <ac:chgData name="Chen, Simon (SRDC PD)" userId="c4c7849d-5904-43d8-b8bf-884938130f09" providerId="ADAL" clId="{C8D91CE6-6125-46F4-817E-8A3AD2BD3425}" dt="2023-10-24T08:11:40.252" v="1483" actId="14100"/>
          <ac:cxnSpMkLst>
            <pc:docMk/>
            <pc:sldMk cId="2794599148" sldId="271"/>
            <ac:cxnSpMk id="20" creationId="{8EE63226-787B-531D-63B7-4C132DFE165A}"/>
          </ac:cxnSpMkLst>
        </pc:cxnChg>
      </pc:sldChg>
      <pc:sldChg chg="del">
        <pc:chgData name="Chen, Simon (SRDC PD)" userId="c4c7849d-5904-43d8-b8bf-884938130f09" providerId="ADAL" clId="{C8D91CE6-6125-46F4-817E-8A3AD2BD3425}" dt="2023-10-24T01:58:52.721" v="0" actId="47"/>
        <pc:sldMkLst>
          <pc:docMk/>
          <pc:sldMk cId="3422692544" sldId="271"/>
        </pc:sldMkLst>
      </pc:sldChg>
      <pc:sldChg chg="del">
        <pc:chgData name="Chen, Simon (SRDC PD)" userId="c4c7849d-5904-43d8-b8bf-884938130f09" providerId="ADAL" clId="{C8D91CE6-6125-46F4-817E-8A3AD2BD3425}" dt="2023-10-24T01:58:52.721" v="0" actId="47"/>
        <pc:sldMkLst>
          <pc:docMk/>
          <pc:sldMk cId="2499924415" sldId="272"/>
        </pc:sldMkLst>
      </pc:sldChg>
      <pc:sldChg chg="del">
        <pc:chgData name="Chen, Simon (SRDC PD)" userId="c4c7849d-5904-43d8-b8bf-884938130f09" providerId="ADAL" clId="{C8D91CE6-6125-46F4-817E-8A3AD2BD3425}" dt="2023-10-24T02:23:13.117" v="371" actId="47"/>
        <pc:sldMkLst>
          <pc:docMk/>
          <pc:sldMk cId="170024595" sldId="273"/>
        </pc:sldMkLst>
      </pc:sldChg>
      <pc:sldChg chg="del">
        <pc:chgData name="Chen, Simon (SRDC PD)" userId="c4c7849d-5904-43d8-b8bf-884938130f09" providerId="ADAL" clId="{C8D91CE6-6125-46F4-817E-8A3AD2BD3425}" dt="2023-10-24T02:23:13.117" v="371" actId="47"/>
        <pc:sldMkLst>
          <pc:docMk/>
          <pc:sldMk cId="1779515605" sldId="274"/>
        </pc:sldMkLst>
      </pc:sldChg>
    </pc:docChg>
  </pc:docChgLst>
  <pc:docChgLst>
    <pc:chgData name="Chen, Simon (SRDC PD)" userId="c4c7849d-5904-43d8-b8bf-884938130f09" providerId="ADAL" clId="{CF0067C8-A206-4F4C-BC0E-5FF3C333E5C5}"/>
    <pc:docChg chg="undo custSel addSld delSld modSld addSection modSection">
      <pc:chgData name="Chen, Simon (SRDC PD)" userId="c4c7849d-5904-43d8-b8bf-884938130f09" providerId="ADAL" clId="{CF0067C8-A206-4F4C-BC0E-5FF3C333E5C5}" dt="2024-01-27T08:36:11.622" v="515" actId="1076"/>
      <pc:docMkLst>
        <pc:docMk/>
      </pc:docMkLst>
      <pc:sldChg chg="modSp mod">
        <pc:chgData name="Chen, Simon (SRDC PD)" userId="c4c7849d-5904-43d8-b8bf-884938130f09" providerId="ADAL" clId="{CF0067C8-A206-4F4C-BC0E-5FF3C333E5C5}" dt="2024-01-27T08:32:00.341" v="238" actId="1036"/>
        <pc:sldMkLst>
          <pc:docMk/>
          <pc:sldMk cId="3265265514" sldId="269"/>
        </pc:sldMkLst>
        <pc:spChg chg="mod">
          <ac:chgData name="Chen, Simon (SRDC PD)" userId="c4c7849d-5904-43d8-b8bf-884938130f09" providerId="ADAL" clId="{CF0067C8-A206-4F4C-BC0E-5FF3C333E5C5}" dt="2024-01-27T08:31:35.759" v="209" actId="14100"/>
          <ac:spMkLst>
            <pc:docMk/>
            <pc:sldMk cId="3265265514" sldId="269"/>
            <ac:spMk id="7" creationId="{89A61D5B-0276-CAAE-2E0D-C49C0932F1D4}"/>
          </ac:spMkLst>
        </pc:spChg>
        <pc:spChg chg="mod">
          <ac:chgData name="Chen, Simon (SRDC PD)" userId="c4c7849d-5904-43d8-b8bf-884938130f09" providerId="ADAL" clId="{CF0067C8-A206-4F4C-BC0E-5FF3C333E5C5}" dt="2024-01-27T08:32:00.341" v="238" actId="1036"/>
          <ac:spMkLst>
            <pc:docMk/>
            <pc:sldMk cId="3265265514" sldId="269"/>
            <ac:spMk id="19" creationId="{DA91BBAB-D490-7A29-7FB8-729025804304}"/>
          </ac:spMkLst>
        </pc:spChg>
        <pc:grpChg chg="mod">
          <ac:chgData name="Chen, Simon (SRDC PD)" userId="c4c7849d-5904-43d8-b8bf-884938130f09" providerId="ADAL" clId="{CF0067C8-A206-4F4C-BC0E-5FF3C333E5C5}" dt="2024-01-27T08:31:50.532" v="222" actId="1036"/>
          <ac:grpSpMkLst>
            <pc:docMk/>
            <pc:sldMk cId="3265265514" sldId="269"/>
            <ac:grpSpMk id="18" creationId="{89C2D349-7E3D-83E3-EE54-708F01B8DB4C}"/>
          </ac:grpSpMkLst>
        </pc:grpChg>
      </pc:sldChg>
      <pc:sldChg chg="addSp modSp mod">
        <pc:chgData name="Chen, Simon (SRDC PD)" userId="c4c7849d-5904-43d8-b8bf-884938130f09" providerId="ADAL" clId="{CF0067C8-A206-4F4C-BC0E-5FF3C333E5C5}" dt="2024-01-14T01:31:07.025" v="5" actId="12"/>
        <pc:sldMkLst>
          <pc:docMk/>
          <pc:sldMk cId="2794599148" sldId="271"/>
        </pc:sldMkLst>
        <pc:spChg chg="add mod">
          <ac:chgData name="Chen, Simon (SRDC PD)" userId="c4c7849d-5904-43d8-b8bf-884938130f09" providerId="ADAL" clId="{CF0067C8-A206-4F4C-BC0E-5FF3C333E5C5}" dt="2024-01-14T01:31:07.025" v="5" actId="12"/>
          <ac:spMkLst>
            <pc:docMk/>
            <pc:sldMk cId="2794599148" sldId="271"/>
            <ac:spMk id="5" creationId="{C3D8D995-C891-C9D1-B639-BF627F172FD7}"/>
          </ac:spMkLst>
        </pc:spChg>
      </pc:sldChg>
      <pc:sldChg chg="addSp delSp modSp add mod">
        <pc:chgData name="Chen, Simon (SRDC PD)" userId="c4c7849d-5904-43d8-b8bf-884938130f09" providerId="ADAL" clId="{CF0067C8-A206-4F4C-BC0E-5FF3C333E5C5}" dt="2024-01-27T08:34:29.294" v="403"/>
        <pc:sldMkLst>
          <pc:docMk/>
          <pc:sldMk cId="733236815" sldId="272"/>
        </pc:sldMkLst>
        <pc:spChg chg="mod">
          <ac:chgData name="Chen, Simon (SRDC PD)" userId="c4c7849d-5904-43d8-b8bf-884938130f09" providerId="ADAL" clId="{CF0067C8-A206-4F4C-BC0E-5FF3C333E5C5}" dt="2024-01-27T08:34:28.383" v="400" actId="20577"/>
          <ac:spMkLst>
            <pc:docMk/>
            <pc:sldMk cId="733236815" sldId="272"/>
            <ac:spMk id="2" creationId="{28EFE715-DC30-0A63-0C16-90B90D3DE9C0}"/>
          </ac:spMkLst>
        </pc:spChg>
        <pc:spChg chg="mod">
          <ac:chgData name="Chen, Simon (SRDC PD)" userId="c4c7849d-5904-43d8-b8bf-884938130f09" providerId="ADAL" clId="{CF0067C8-A206-4F4C-BC0E-5FF3C333E5C5}" dt="2024-01-27T08:34:29.294" v="403"/>
          <ac:spMkLst>
            <pc:docMk/>
            <pc:sldMk cId="733236815" sldId="272"/>
            <ac:spMk id="6" creationId="{811D2237-1BD7-4992-670F-B7B5DCADD614}"/>
          </ac:spMkLst>
        </pc:spChg>
        <pc:graphicFrameChg chg="del">
          <ac:chgData name="Chen, Simon (SRDC PD)" userId="c4c7849d-5904-43d8-b8bf-884938130f09" providerId="ADAL" clId="{CF0067C8-A206-4F4C-BC0E-5FF3C333E5C5}" dt="2024-01-15T01:34:16.611" v="9" actId="478"/>
          <ac:graphicFrameMkLst>
            <pc:docMk/>
            <pc:sldMk cId="733236815" sldId="272"/>
            <ac:graphicFrameMk id="3" creationId="{6E305109-365F-14B5-5EA0-56C910B58F48}"/>
          </ac:graphicFrameMkLst>
        </pc:graphicFrameChg>
        <pc:picChg chg="add del mod">
          <ac:chgData name="Chen, Simon (SRDC PD)" userId="c4c7849d-5904-43d8-b8bf-884938130f09" providerId="ADAL" clId="{CF0067C8-A206-4F4C-BC0E-5FF3C333E5C5}" dt="2024-01-27T08:34:25.144" v="388" actId="478"/>
          <ac:picMkLst>
            <pc:docMk/>
            <pc:sldMk cId="733236815" sldId="272"/>
            <ac:picMk id="4" creationId="{B5A33834-464B-05DA-01C3-CB4BBF3DC7C6}"/>
          </ac:picMkLst>
        </pc:picChg>
        <pc:picChg chg="add del mod">
          <ac:chgData name="Chen, Simon (SRDC PD)" userId="c4c7849d-5904-43d8-b8bf-884938130f09" providerId="ADAL" clId="{CF0067C8-A206-4F4C-BC0E-5FF3C333E5C5}" dt="2024-01-27T08:34:24.777" v="387" actId="22"/>
          <ac:picMkLst>
            <pc:docMk/>
            <pc:sldMk cId="733236815" sldId="272"/>
            <ac:picMk id="7" creationId="{E2E302E8-F79A-EA55-E3EA-B105731CE5AF}"/>
          </ac:picMkLst>
        </pc:picChg>
      </pc:sldChg>
      <pc:sldChg chg="addSp delSp modSp add mod">
        <pc:chgData name="Chen, Simon (SRDC PD)" userId="c4c7849d-5904-43d8-b8bf-884938130f09" providerId="ADAL" clId="{CF0067C8-A206-4F4C-BC0E-5FF3C333E5C5}" dt="2024-01-27T08:36:11.622" v="515" actId="1076"/>
        <pc:sldMkLst>
          <pc:docMk/>
          <pc:sldMk cId="3501528945" sldId="273"/>
        </pc:sldMkLst>
        <pc:spChg chg="mod">
          <ac:chgData name="Chen, Simon (SRDC PD)" userId="c4c7849d-5904-43d8-b8bf-884938130f09" providerId="ADAL" clId="{CF0067C8-A206-4F4C-BC0E-5FF3C333E5C5}" dt="2024-01-27T08:35:41.075" v="510" actId="20577"/>
          <ac:spMkLst>
            <pc:docMk/>
            <pc:sldMk cId="3501528945" sldId="273"/>
            <ac:spMk id="2" creationId="{28EFE715-DC30-0A63-0C16-90B90D3DE9C0}"/>
          </ac:spMkLst>
        </pc:spChg>
        <pc:spChg chg="mod">
          <ac:chgData name="Chen, Simon (SRDC PD)" userId="c4c7849d-5904-43d8-b8bf-884938130f09" providerId="ADAL" clId="{CF0067C8-A206-4F4C-BC0E-5FF3C333E5C5}" dt="2024-01-27T08:35:04.364" v="425" actId="20577"/>
          <ac:spMkLst>
            <pc:docMk/>
            <pc:sldMk cId="3501528945" sldId="273"/>
            <ac:spMk id="6" creationId="{811D2237-1BD7-4992-670F-B7B5DCADD614}"/>
          </ac:spMkLst>
        </pc:spChg>
        <pc:picChg chg="del">
          <ac:chgData name="Chen, Simon (SRDC PD)" userId="c4c7849d-5904-43d8-b8bf-884938130f09" providerId="ADAL" clId="{CF0067C8-A206-4F4C-BC0E-5FF3C333E5C5}" dt="2024-01-27T08:35:43.738" v="511" actId="478"/>
          <ac:picMkLst>
            <pc:docMk/>
            <pc:sldMk cId="3501528945" sldId="273"/>
            <ac:picMk id="4" creationId="{B5A33834-464B-05DA-01C3-CB4BBF3DC7C6}"/>
          </ac:picMkLst>
        </pc:picChg>
        <pc:picChg chg="add mod">
          <ac:chgData name="Chen, Simon (SRDC PD)" userId="c4c7849d-5904-43d8-b8bf-884938130f09" providerId="ADAL" clId="{CF0067C8-A206-4F4C-BC0E-5FF3C333E5C5}" dt="2024-01-27T08:36:11.622" v="515" actId="1076"/>
          <ac:picMkLst>
            <pc:docMk/>
            <pc:sldMk cId="3501528945" sldId="273"/>
            <ac:picMk id="5" creationId="{91F7FE7A-F62F-5FEB-F17A-B054726C7003}"/>
          </ac:picMkLst>
        </pc:picChg>
      </pc:sldChg>
      <pc:sldChg chg="add del">
        <pc:chgData name="Chen, Simon (SRDC PD)" userId="c4c7849d-5904-43d8-b8bf-884938130f09" providerId="ADAL" clId="{CF0067C8-A206-4F4C-BC0E-5FF3C333E5C5}" dt="2024-01-27T08:34:44.554" v="422"/>
        <pc:sldMkLst>
          <pc:docMk/>
          <pc:sldMk cId="3922392501" sldId="274"/>
        </pc:sldMkLst>
      </pc:sldChg>
    </pc:docChg>
  </pc:docChgLst>
  <pc:docChgLst>
    <pc:chgData name="Chen, Simon (SRDC PD)" userId="c4c7849d-5904-43d8-b8bf-884938130f09" providerId="ADAL" clId="{9338950F-56D5-4CC7-918B-47E4297DCCE1}"/>
    <pc:docChg chg="undo custSel addSld delSld modSld addSection delSection modSection">
      <pc:chgData name="Chen, Simon (SRDC PD)" userId="c4c7849d-5904-43d8-b8bf-884938130f09" providerId="ADAL" clId="{9338950F-56D5-4CC7-918B-47E4297DCCE1}" dt="2024-10-09T05:57:28.848" v="2666"/>
      <pc:docMkLst>
        <pc:docMk/>
      </pc:docMkLst>
      <pc:sldChg chg="addSp delSp modSp mod">
        <pc:chgData name="Chen, Simon (SRDC PD)" userId="c4c7849d-5904-43d8-b8bf-884938130f09" providerId="ADAL" clId="{9338950F-56D5-4CC7-918B-47E4297DCCE1}" dt="2024-08-14T04:32:27.376" v="834" actId="1076"/>
        <pc:sldMkLst>
          <pc:docMk/>
          <pc:sldMk cId="4079188325" sldId="270"/>
        </pc:sldMkLst>
        <pc:graphicFrameChg chg="mod modGraphic">
          <ac:chgData name="Chen, Simon (SRDC PD)" userId="c4c7849d-5904-43d8-b8bf-884938130f09" providerId="ADAL" clId="{9338950F-56D5-4CC7-918B-47E4297DCCE1}" dt="2024-08-14T04:18:11.047" v="529" actId="21"/>
          <ac:graphicFrameMkLst>
            <pc:docMk/>
            <pc:sldMk cId="4079188325" sldId="270"/>
            <ac:graphicFrameMk id="2" creationId="{81615A5F-F133-BDC6-0F96-3B37B69CF211}"/>
          </ac:graphicFrameMkLst>
        </pc:graphicFrameChg>
        <pc:graphicFrameChg chg="add mod modGraphic">
          <ac:chgData name="Chen, Simon (SRDC PD)" userId="c4c7849d-5904-43d8-b8bf-884938130f09" providerId="ADAL" clId="{9338950F-56D5-4CC7-918B-47E4297DCCE1}" dt="2024-08-14T04:32:27.376" v="834" actId="1076"/>
          <ac:graphicFrameMkLst>
            <pc:docMk/>
            <pc:sldMk cId="4079188325" sldId="270"/>
            <ac:graphicFrameMk id="3" creationId="{18AFDEB7-B12D-59BC-66CA-00460A6CB9E2}"/>
          </ac:graphicFrameMkLst>
        </pc:graphicFrameChg>
        <pc:picChg chg="del">
          <ac:chgData name="Chen, Simon (SRDC PD)" userId="c4c7849d-5904-43d8-b8bf-884938130f09" providerId="ADAL" clId="{9338950F-56D5-4CC7-918B-47E4297DCCE1}" dt="2024-08-14T04:32:22.447" v="833" actId="478"/>
          <ac:picMkLst>
            <pc:docMk/>
            <pc:sldMk cId="4079188325" sldId="270"/>
            <ac:picMk id="6" creationId="{73CDB88D-53A2-CAA1-EF1F-69919B5285F1}"/>
          </ac:picMkLst>
        </pc:picChg>
      </pc:sldChg>
      <pc:sldChg chg="del">
        <pc:chgData name="Chen, Simon (SRDC PD)" userId="c4c7849d-5904-43d8-b8bf-884938130f09" providerId="ADAL" clId="{9338950F-56D5-4CC7-918B-47E4297DCCE1}" dt="2024-07-24T23:57:13.612" v="280" actId="47"/>
        <pc:sldMkLst>
          <pc:docMk/>
          <pc:sldMk cId="733236815" sldId="272"/>
        </pc:sldMkLst>
      </pc:sldChg>
      <pc:sldChg chg="modSp mod">
        <pc:chgData name="Chen, Simon (SRDC PD)" userId="c4c7849d-5904-43d8-b8bf-884938130f09" providerId="ADAL" clId="{9338950F-56D5-4CC7-918B-47E4297DCCE1}" dt="2024-09-24T07:26:01.734" v="2245" actId="207"/>
        <pc:sldMkLst>
          <pc:docMk/>
          <pc:sldMk cId="2695404264" sldId="277"/>
        </pc:sldMkLst>
        <pc:graphicFrameChg chg="mod modGraphic">
          <ac:chgData name="Chen, Simon (SRDC PD)" userId="c4c7849d-5904-43d8-b8bf-884938130f09" providerId="ADAL" clId="{9338950F-56D5-4CC7-918B-47E4297DCCE1}" dt="2024-09-24T07:26:01.734" v="2245" actId="207"/>
          <ac:graphicFrameMkLst>
            <pc:docMk/>
            <pc:sldMk cId="2695404264" sldId="277"/>
            <ac:graphicFrameMk id="22" creationId="{331E7303-2365-32B2-2D21-4BCC9A21CB6C}"/>
          </ac:graphicFrameMkLst>
        </pc:graphicFrameChg>
      </pc:sldChg>
      <pc:sldChg chg="addSp delSp modSp add mod">
        <pc:chgData name="Chen, Simon (SRDC PD)" userId="c4c7849d-5904-43d8-b8bf-884938130f09" providerId="ADAL" clId="{9338950F-56D5-4CC7-918B-47E4297DCCE1}" dt="2024-08-14T04:35:54.185" v="976" actId="20577"/>
        <pc:sldMkLst>
          <pc:docMk/>
          <pc:sldMk cId="2003415174" sldId="278"/>
        </pc:sldMkLst>
        <pc:graphicFrameChg chg="mod modGraphic">
          <ac:chgData name="Chen, Simon (SRDC PD)" userId="c4c7849d-5904-43d8-b8bf-884938130f09" providerId="ADAL" clId="{9338950F-56D5-4CC7-918B-47E4297DCCE1}" dt="2024-08-14T04:35:54.185" v="976" actId="20577"/>
          <ac:graphicFrameMkLst>
            <pc:docMk/>
            <pc:sldMk cId="2003415174" sldId="278"/>
            <ac:graphicFrameMk id="2" creationId="{81615A5F-F133-BDC6-0F96-3B37B69CF211}"/>
          </ac:graphicFrameMkLst>
        </pc:graphicFrameChg>
        <pc:graphicFrameChg chg="add del mod modGraphic">
          <ac:chgData name="Chen, Simon (SRDC PD)" userId="c4c7849d-5904-43d8-b8bf-884938130f09" providerId="ADAL" clId="{9338950F-56D5-4CC7-918B-47E4297DCCE1}" dt="2024-08-14T04:28:36.580" v="648" actId="478"/>
          <ac:graphicFrameMkLst>
            <pc:docMk/>
            <pc:sldMk cId="2003415174" sldId="278"/>
            <ac:graphicFrameMk id="3" creationId="{0C5ED177-AD7B-0FAA-BFDC-DF9B208AEBB3}"/>
          </ac:graphicFrameMkLst>
        </pc:graphicFrameChg>
        <pc:graphicFrameChg chg="add mod modGraphic">
          <ac:chgData name="Chen, Simon (SRDC PD)" userId="c4c7849d-5904-43d8-b8bf-884938130f09" providerId="ADAL" clId="{9338950F-56D5-4CC7-918B-47E4297DCCE1}" dt="2024-08-14T04:34:01.473" v="905" actId="1076"/>
          <ac:graphicFrameMkLst>
            <pc:docMk/>
            <pc:sldMk cId="2003415174" sldId="278"/>
            <ac:graphicFrameMk id="9" creationId="{57DD64DB-6803-7D2B-9669-8D7AAFE9F725}"/>
          </ac:graphicFrameMkLst>
        </pc:graphicFrameChg>
        <pc:graphicFrameChg chg="add mod modGraphic">
          <ac:chgData name="Chen, Simon (SRDC PD)" userId="c4c7849d-5904-43d8-b8bf-884938130f09" providerId="ADAL" clId="{9338950F-56D5-4CC7-918B-47E4297DCCE1}" dt="2024-08-14T04:34:04.304" v="906" actId="1076"/>
          <ac:graphicFrameMkLst>
            <pc:docMk/>
            <pc:sldMk cId="2003415174" sldId="278"/>
            <ac:graphicFrameMk id="10" creationId="{5DA3F78E-3E50-9573-52CD-69BE92EADF18}"/>
          </ac:graphicFrameMkLst>
        </pc:graphicFrameChg>
        <pc:picChg chg="add del">
          <ac:chgData name="Chen, Simon (SRDC PD)" userId="c4c7849d-5904-43d8-b8bf-884938130f09" providerId="ADAL" clId="{9338950F-56D5-4CC7-918B-47E4297DCCE1}" dt="2024-08-14T04:15:44.965" v="514" actId="478"/>
          <ac:picMkLst>
            <pc:docMk/>
            <pc:sldMk cId="2003415174" sldId="278"/>
            <ac:picMk id="6" creationId="{73CDB88D-53A2-CAA1-EF1F-69919B5285F1}"/>
          </ac:picMkLst>
        </pc:picChg>
        <pc:picChg chg="add del mod">
          <ac:chgData name="Chen, Simon (SRDC PD)" userId="c4c7849d-5904-43d8-b8bf-884938130f09" providerId="ADAL" clId="{9338950F-56D5-4CC7-918B-47E4297DCCE1}" dt="2024-08-14T04:32:36.304" v="835" actId="478"/>
          <ac:picMkLst>
            <pc:docMk/>
            <pc:sldMk cId="2003415174" sldId="278"/>
            <ac:picMk id="8" creationId="{5DB26FCC-EBCA-EBFC-347B-6D6537A0DB0C}"/>
          </ac:picMkLst>
        </pc:picChg>
        <pc:picChg chg="add del">
          <ac:chgData name="Chen, Simon (SRDC PD)" userId="c4c7849d-5904-43d8-b8bf-884938130f09" providerId="ADAL" clId="{9338950F-56D5-4CC7-918B-47E4297DCCE1}" dt="2024-08-14T04:15:45.666" v="515" actId="478"/>
          <ac:picMkLst>
            <pc:docMk/>
            <pc:sldMk cId="2003415174" sldId="278"/>
            <ac:picMk id="11" creationId="{F72D3CEB-45B3-F9DE-CB15-E7762DC5AAF2}"/>
          </ac:picMkLst>
        </pc:picChg>
      </pc:sldChg>
      <pc:sldChg chg="addSp delSp modSp add mod">
        <pc:chgData name="Chen, Simon (SRDC PD)" userId="c4c7849d-5904-43d8-b8bf-884938130f09" providerId="ADAL" clId="{9338950F-56D5-4CC7-918B-47E4297DCCE1}" dt="2024-08-20T01:06:08.188" v="1998" actId="20577"/>
        <pc:sldMkLst>
          <pc:docMk/>
          <pc:sldMk cId="3277327948" sldId="279"/>
        </pc:sldMkLst>
        <pc:spChg chg="add mod">
          <ac:chgData name="Chen, Simon (SRDC PD)" userId="c4c7849d-5904-43d8-b8bf-884938130f09" providerId="ADAL" clId="{9338950F-56D5-4CC7-918B-47E4297DCCE1}" dt="2024-08-17T08:49:00.462" v="1493" actId="693"/>
          <ac:spMkLst>
            <pc:docMk/>
            <pc:sldMk cId="3277327948" sldId="279"/>
            <ac:spMk id="2" creationId="{7BA04DBA-1CA1-0B00-E9B3-8355437B6685}"/>
          </ac:spMkLst>
        </pc:spChg>
        <pc:spChg chg="mod">
          <ac:chgData name="Chen, Simon (SRDC PD)" userId="c4c7849d-5904-43d8-b8bf-884938130f09" providerId="ADAL" clId="{9338950F-56D5-4CC7-918B-47E4297DCCE1}" dt="2024-08-17T08:28:32.220" v="1018" actId="20577"/>
          <ac:spMkLst>
            <pc:docMk/>
            <pc:sldMk cId="3277327948" sldId="279"/>
            <ac:spMk id="4" creationId="{9C7CCB69-27FB-82A6-FAB2-AAAB5BF7BE58}"/>
          </ac:spMkLst>
        </pc:spChg>
        <pc:spChg chg="mod">
          <ac:chgData name="Chen, Simon (SRDC PD)" userId="c4c7849d-5904-43d8-b8bf-884938130f09" providerId="ADAL" clId="{9338950F-56D5-4CC7-918B-47E4297DCCE1}" dt="2024-08-20T01:06:08.188" v="1998" actId="20577"/>
          <ac:spMkLst>
            <pc:docMk/>
            <pc:sldMk cId="3277327948" sldId="279"/>
            <ac:spMk id="7" creationId="{89A61D5B-0276-CAAE-2E0D-C49C0932F1D4}"/>
          </ac:spMkLst>
        </pc:spChg>
        <pc:spChg chg="add mod">
          <ac:chgData name="Chen, Simon (SRDC PD)" userId="c4c7849d-5904-43d8-b8bf-884938130f09" providerId="ADAL" clId="{9338950F-56D5-4CC7-918B-47E4297DCCE1}" dt="2024-08-17T08:47:52.632" v="1485" actId="207"/>
          <ac:spMkLst>
            <pc:docMk/>
            <pc:sldMk cId="3277327948" sldId="279"/>
            <ac:spMk id="8" creationId="{A9D2CADC-59E0-B318-0775-43CDD51FB7DB}"/>
          </ac:spMkLst>
        </pc:spChg>
        <pc:spChg chg="add del mod">
          <ac:chgData name="Chen, Simon (SRDC PD)" userId="c4c7849d-5904-43d8-b8bf-884938130f09" providerId="ADAL" clId="{9338950F-56D5-4CC7-918B-47E4297DCCE1}" dt="2024-08-17T08:32:52.947" v="1284" actId="478"/>
          <ac:spMkLst>
            <pc:docMk/>
            <pc:sldMk cId="3277327948" sldId="279"/>
            <ac:spMk id="9" creationId="{B1B4943F-3AD2-53D1-9A9A-85793DE104F3}"/>
          </ac:spMkLst>
        </pc:spChg>
        <pc:spChg chg="add mod">
          <ac:chgData name="Chen, Simon (SRDC PD)" userId="c4c7849d-5904-43d8-b8bf-884938130f09" providerId="ADAL" clId="{9338950F-56D5-4CC7-918B-47E4297DCCE1}" dt="2024-08-17T08:49:21.041" v="1496" actId="693"/>
          <ac:spMkLst>
            <pc:docMk/>
            <pc:sldMk cId="3277327948" sldId="279"/>
            <ac:spMk id="10" creationId="{FFBFE48B-9F49-6EE8-D5ED-748C8C2F6D09}"/>
          </ac:spMkLst>
        </pc:spChg>
        <pc:spChg chg="add mod">
          <ac:chgData name="Chen, Simon (SRDC PD)" userId="c4c7849d-5904-43d8-b8bf-884938130f09" providerId="ADAL" clId="{9338950F-56D5-4CC7-918B-47E4297DCCE1}" dt="2024-08-20T00:59:13.111" v="1627" actId="1076"/>
          <ac:spMkLst>
            <pc:docMk/>
            <pc:sldMk cId="3277327948" sldId="279"/>
            <ac:spMk id="11" creationId="{F102E567-4474-A8A3-408E-0A36804B1601}"/>
          </ac:spMkLst>
        </pc:spChg>
        <pc:spChg chg="add mod">
          <ac:chgData name="Chen, Simon (SRDC PD)" userId="c4c7849d-5904-43d8-b8bf-884938130f09" providerId="ADAL" clId="{9338950F-56D5-4CC7-918B-47E4297DCCE1}" dt="2024-08-17T08:47:59.921" v="1486" actId="207"/>
          <ac:spMkLst>
            <pc:docMk/>
            <pc:sldMk cId="3277327948" sldId="279"/>
            <ac:spMk id="12" creationId="{5EC62047-FE1C-5834-08D5-0128AD73A1D2}"/>
          </ac:spMkLst>
        </pc:spChg>
        <pc:spChg chg="add mod">
          <ac:chgData name="Chen, Simon (SRDC PD)" userId="c4c7849d-5904-43d8-b8bf-884938130f09" providerId="ADAL" clId="{9338950F-56D5-4CC7-918B-47E4297DCCE1}" dt="2024-08-20T01:01:54.016" v="1659" actId="1076"/>
          <ac:spMkLst>
            <pc:docMk/>
            <pc:sldMk cId="3277327948" sldId="279"/>
            <ac:spMk id="17" creationId="{E9B5DF9E-8F18-EB0B-3FB9-2BD51A60780A}"/>
          </ac:spMkLst>
        </pc:spChg>
        <pc:spChg chg="add mod">
          <ac:chgData name="Chen, Simon (SRDC PD)" userId="c4c7849d-5904-43d8-b8bf-884938130f09" providerId="ADAL" clId="{9338950F-56D5-4CC7-918B-47E4297DCCE1}" dt="2024-08-20T01:00:39.254" v="1652" actId="207"/>
          <ac:spMkLst>
            <pc:docMk/>
            <pc:sldMk cId="3277327948" sldId="279"/>
            <ac:spMk id="28" creationId="{DDD5F7F0-161E-F74F-D639-C316CD956980}"/>
          </ac:spMkLst>
        </pc:spChg>
        <pc:spChg chg="add del">
          <ac:chgData name="Chen, Simon (SRDC PD)" userId="c4c7849d-5904-43d8-b8bf-884938130f09" providerId="ADAL" clId="{9338950F-56D5-4CC7-918B-47E4297DCCE1}" dt="2024-08-17T08:38:06.107" v="1352" actId="22"/>
          <ac:spMkLst>
            <pc:docMk/>
            <pc:sldMk cId="3277327948" sldId="279"/>
            <ac:spMk id="29" creationId="{9DF87F48-D40B-20A9-6E42-E98A6A05D803}"/>
          </ac:spMkLst>
        </pc:spChg>
        <pc:spChg chg="add mod">
          <ac:chgData name="Chen, Simon (SRDC PD)" userId="c4c7849d-5904-43d8-b8bf-884938130f09" providerId="ADAL" clId="{9338950F-56D5-4CC7-918B-47E4297DCCE1}" dt="2024-08-20T00:58:26.609" v="1613" actId="14100"/>
          <ac:spMkLst>
            <pc:docMk/>
            <pc:sldMk cId="3277327948" sldId="279"/>
            <ac:spMk id="30" creationId="{4D5B2228-C9B6-E4FD-4612-23CFB24BE4EF}"/>
          </ac:spMkLst>
        </pc:spChg>
        <pc:spChg chg="add mod">
          <ac:chgData name="Chen, Simon (SRDC PD)" userId="c4c7849d-5904-43d8-b8bf-884938130f09" providerId="ADAL" clId="{9338950F-56D5-4CC7-918B-47E4297DCCE1}" dt="2024-08-20T01:02:23.290" v="1664" actId="14100"/>
          <ac:spMkLst>
            <pc:docMk/>
            <pc:sldMk cId="3277327948" sldId="279"/>
            <ac:spMk id="31" creationId="{DDAA162F-00DF-42E9-987B-1F2882191935}"/>
          </ac:spMkLst>
        </pc:spChg>
        <pc:spChg chg="add mod">
          <ac:chgData name="Chen, Simon (SRDC PD)" userId="c4c7849d-5904-43d8-b8bf-884938130f09" providerId="ADAL" clId="{9338950F-56D5-4CC7-918B-47E4297DCCE1}" dt="2024-08-20T00:59:04.841" v="1623" actId="1076"/>
          <ac:spMkLst>
            <pc:docMk/>
            <pc:sldMk cId="3277327948" sldId="279"/>
            <ac:spMk id="32" creationId="{91121CB0-A803-0929-7B49-F9AAAE71021D}"/>
          </ac:spMkLst>
        </pc:spChg>
        <pc:spChg chg="add del mod">
          <ac:chgData name="Chen, Simon (SRDC PD)" userId="c4c7849d-5904-43d8-b8bf-884938130f09" providerId="ADAL" clId="{9338950F-56D5-4CC7-918B-47E4297DCCE1}" dt="2024-08-20T01:02:50.220" v="1665" actId="478"/>
          <ac:spMkLst>
            <pc:docMk/>
            <pc:sldMk cId="3277327948" sldId="279"/>
            <ac:spMk id="37" creationId="{5C423213-B140-F572-1C93-EBCFBF42DFEF}"/>
          </ac:spMkLst>
        </pc:spChg>
        <pc:spChg chg="add del mod">
          <ac:chgData name="Chen, Simon (SRDC PD)" userId="c4c7849d-5904-43d8-b8bf-884938130f09" providerId="ADAL" clId="{9338950F-56D5-4CC7-918B-47E4297DCCE1}" dt="2024-08-17T08:51:07.973" v="1510" actId="478"/>
          <ac:spMkLst>
            <pc:docMk/>
            <pc:sldMk cId="3277327948" sldId="279"/>
            <ac:spMk id="42" creationId="{DA299AA4-1876-DEA3-02E1-140974D62B50}"/>
          </ac:spMkLst>
        </pc:spChg>
        <pc:graphicFrameChg chg="del">
          <ac:chgData name="Chen, Simon (SRDC PD)" userId="c4c7849d-5904-43d8-b8bf-884938130f09" providerId="ADAL" clId="{9338950F-56D5-4CC7-918B-47E4297DCCE1}" dt="2024-08-17T08:28:22.237" v="1000" actId="478"/>
          <ac:graphicFrameMkLst>
            <pc:docMk/>
            <pc:sldMk cId="3277327948" sldId="279"/>
            <ac:graphicFrameMk id="22" creationId="{331E7303-2365-32B2-2D21-4BCC9A21CB6C}"/>
          </ac:graphicFrameMkLst>
        </pc:graphicFrameChg>
        <pc:picChg chg="add mod">
          <ac:chgData name="Chen, Simon (SRDC PD)" userId="c4c7849d-5904-43d8-b8bf-884938130f09" providerId="ADAL" clId="{9338950F-56D5-4CC7-918B-47E4297DCCE1}" dt="2024-08-20T01:02:56.196" v="1668" actId="1076"/>
          <ac:picMkLst>
            <pc:docMk/>
            <pc:sldMk cId="3277327948" sldId="279"/>
            <ac:picMk id="39" creationId="{2031188C-7EF9-C924-BB1F-473F3E864805}"/>
          </ac:picMkLst>
        </pc:picChg>
        <pc:cxnChg chg="add del mod">
          <ac:chgData name="Chen, Simon (SRDC PD)" userId="c4c7849d-5904-43d8-b8bf-884938130f09" providerId="ADAL" clId="{9338950F-56D5-4CC7-918B-47E4297DCCE1}" dt="2024-08-17T08:34:54.671" v="1327" actId="478"/>
          <ac:cxnSpMkLst>
            <pc:docMk/>
            <pc:sldMk cId="3277327948" sldId="279"/>
            <ac:cxnSpMk id="5" creationId="{62B1C772-B610-624A-8879-12A05D7E9796}"/>
          </ac:cxnSpMkLst>
        </pc:cxnChg>
        <pc:cxnChg chg="add del mod">
          <ac:chgData name="Chen, Simon (SRDC PD)" userId="c4c7849d-5904-43d8-b8bf-884938130f09" providerId="ADAL" clId="{9338950F-56D5-4CC7-918B-47E4297DCCE1}" dt="2024-08-17T08:51:26.703" v="1517" actId="478"/>
          <ac:cxnSpMkLst>
            <pc:docMk/>
            <pc:sldMk cId="3277327948" sldId="279"/>
            <ac:cxnSpMk id="11" creationId="{EDE19FF1-8708-DB60-5BF2-D8D34D03C929}"/>
          </ac:cxnSpMkLst>
        </pc:cxnChg>
        <pc:cxnChg chg="add mod">
          <ac:chgData name="Chen, Simon (SRDC PD)" userId="c4c7849d-5904-43d8-b8bf-884938130f09" providerId="ADAL" clId="{9338950F-56D5-4CC7-918B-47E4297DCCE1}" dt="2024-08-17T08:48:21.221" v="1488" actId="14100"/>
          <ac:cxnSpMkLst>
            <pc:docMk/>
            <pc:sldMk cId="3277327948" sldId="279"/>
            <ac:cxnSpMk id="13" creationId="{D16D517D-0468-099E-17AE-4F0A001BC7E6}"/>
          </ac:cxnSpMkLst>
        </pc:cxnChg>
        <pc:cxnChg chg="add mod">
          <ac:chgData name="Chen, Simon (SRDC PD)" userId="c4c7849d-5904-43d8-b8bf-884938130f09" providerId="ADAL" clId="{9338950F-56D5-4CC7-918B-47E4297DCCE1}" dt="2024-08-17T08:48:29.704" v="1490" actId="1076"/>
          <ac:cxnSpMkLst>
            <pc:docMk/>
            <pc:sldMk cId="3277327948" sldId="279"/>
            <ac:cxnSpMk id="15" creationId="{68294F2C-F9D2-ED22-AD66-2BC415F52F67}"/>
          </ac:cxnSpMkLst>
        </pc:cxnChg>
        <pc:cxnChg chg="add mod">
          <ac:chgData name="Chen, Simon (SRDC PD)" userId="c4c7849d-5904-43d8-b8bf-884938130f09" providerId="ADAL" clId="{9338950F-56D5-4CC7-918B-47E4297DCCE1}" dt="2024-08-20T00:59:01.806" v="1622" actId="1076"/>
          <ac:cxnSpMkLst>
            <pc:docMk/>
            <pc:sldMk cId="3277327948" sldId="279"/>
            <ac:cxnSpMk id="16" creationId="{0167EC60-03D4-5822-18FF-7298F507AE10}"/>
          </ac:cxnSpMkLst>
        </pc:cxnChg>
        <pc:cxnChg chg="add del mod">
          <ac:chgData name="Chen, Simon (SRDC PD)" userId="c4c7849d-5904-43d8-b8bf-884938130f09" providerId="ADAL" clId="{9338950F-56D5-4CC7-918B-47E4297DCCE1}" dt="2024-08-17T08:51:28.845" v="1518" actId="478"/>
          <ac:cxnSpMkLst>
            <pc:docMk/>
            <pc:sldMk cId="3277327948" sldId="279"/>
            <ac:cxnSpMk id="18" creationId="{3DE63E02-421F-196A-BC88-EA8405522F51}"/>
          </ac:cxnSpMkLst>
        </pc:cxnChg>
        <pc:cxnChg chg="add del mod">
          <ac:chgData name="Chen, Simon (SRDC PD)" userId="c4c7849d-5904-43d8-b8bf-884938130f09" providerId="ADAL" clId="{9338950F-56D5-4CC7-918B-47E4297DCCE1}" dt="2024-08-17T08:47:19.161" v="1477" actId="478"/>
          <ac:cxnSpMkLst>
            <pc:docMk/>
            <pc:sldMk cId="3277327948" sldId="279"/>
            <ac:cxnSpMk id="19" creationId="{E7B38FC6-5470-D554-46EF-508C33F1ACE5}"/>
          </ac:cxnSpMkLst>
        </pc:cxnChg>
        <pc:cxnChg chg="add mod">
          <ac:chgData name="Chen, Simon (SRDC PD)" userId="c4c7849d-5904-43d8-b8bf-884938130f09" providerId="ADAL" clId="{9338950F-56D5-4CC7-918B-47E4297DCCE1}" dt="2024-08-20T01:02:20.095" v="1663" actId="1076"/>
          <ac:cxnSpMkLst>
            <pc:docMk/>
            <pc:sldMk cId="3277327948" sldId="279"/>
            <ac:cxnSpMk id="22" creationId="{4D41067D-3BB4-7893-E33E-699671BFED07}"/>
          </ac:cxnSpMkLst>
        </pc:cxnChg>
        <pc:cxnChg chg="add mod">
          <ac:chgData name="Chen, Simon (SRDC PD)" userId="c4c7849d-5904-43d8-b8bf-884938130f09" providerId="ADAL" clId="{9338950F-56D5-4CC7-918B-47E4297DCCE1}" dt="2024-08-20T01:03:12.611" v="1669" actId="1076"/>
          <ac:cxnSpMkLst>
            <pc:docMk/>
            <pc:sldMk cId="3277327948" sldId="279"/>
            <ac:cxnSpMk id="23" creationId="{58515588-0E9B-BA68-AE0E-7B739E77A305}"/>
          </ac:cxnSpMkLst>
        </pc:cxnChg>
        <pc:cxnChg chg="add del mod">
          <ac:chgData name="Chen, Simon (SRDC PD)" userId="c4c7849d-5904-43d8-b8bf-884938130f09" providerId="ADAL" clId="{9338950F-56D5-4CC7-918B-47E4297DCCE1}" dt="2024-08-17T08:47:39.749" v="1484" actId="478"/>
          <ac:cxnSpMkLst>
            <pc:docMk/>
            <pc:sldMk cId="3277327948" sldId="279"/>
            <ac:cxnSpMk id="24" creationId="{C9753379-CF99-F9D6-A9DE-F1F02CE7C5EA}"/>
          </ac:cxnSpMkLst>
        </pc:cxnChg>
        <pc:cxnChg chg="add del mod">
          <ac:chgData name="Chen, Simon (SRDC PD)" userId="c4c7849d-5904-43d8-b8bf-884938130f09" providerId="ADAL" clId="{9338950F-56D5-4CC7-918B-47E4297DCCE1}" dt="2024-08-17T08:47:37.892" v="1483" actId="478"/>
          <ac:cxnSpMkLst>
            <pc:docMk/>
            <pc:sldMk cId="3277327948" sldId="279"/>
            <ac:cxnSpMk id="33" creationId="{F7E39A0C-CAE7-0E06-A358-5DBF75FE18AF}"/>
          </ac:cxnSpMkLst>
        </pc:cxnChg>
        <pc:cxnChg chg="add mod">
          <ac:chgData name="Chen, Simon (SRDC PD)" userId="c4c7849d-5904-43d8-b8bf-884938130f09" providerId="ADAL" clId="{9338950F-56D5-4CC7-918B-47E4297DCCE1}" dt="2024-08-20T01:01:30.667" v="1657" actId="14100"/>
          <ac:cxnSpMkLst>
            <pc:docMk/>
            <pc:sldMk cId="3277327948" sldId="279"/>
            <ac:cxnSpMk id="34" creationId="{C88EC87A-DC88-6E88-FF8D-F95149270FC9}"/>
          </ac:cxnSpMkLst>
        </pc:cxnChg>
        <pc:cxnChg chg="add mod">
          <ac:chgData name="Chen, Simon (SRDC PD)" userId="c4c7849d-5904-43d8-b8bf-884938130f09" providerId="ADAL" clId="{9338950F-56D5-4CC7-918B-47E4297DCCE1}" dt="2024-08-20T01:01:48.511" v="1658" actId="1076"/>
          <ac:cxnSpMkLst>
            <pc:docMk/>
            <pc:sldMk cId="3277327948" sldId="279"/>
            <ac:cxnSpMk id="38" creationId="{DC7FD59B-3846-5A81-A2D0-4BC533D033C5}"/>
          </ac:cxnSpMkLst>
        </pc:cxnChg>
        <pc:cxnChg chg="add mod">
          <ac:chgData name="Chen, Simon (SRDC PD)" userId="c4c7849d-5904-43d8-b8bf-884938130f09" providerId="ADAL" clId="{9338950F-56D5-4CC7-918B-47E4297DCCE1}" dt="2024-08-17T08:51:48.974" v="1521" actId="14100"/>
          <ac:cxnSpMkLst>
            <pc:docMk/>
            <pc:sldMk cId="3277327948" sldId="279"/>
            <ac:cxnSpMk id="43" creationId="{F0CC5D39-8B1D-FFE1-E42A-DFC347D6C5A6}"/>
          </ac:cxnSpMkLst>
        </pc:cxnChg>
        <pc:cxnChg chg="add mod">
          <ac:chgData name="Chen, Simon (SRDC PD)" userId="c4c7849d-5904-43d8-b8bf-884938130f09" providerId="ADAL" clId="{9338950F-56D5-4CC7-918B-47E4297DCCE1}" dt="2024-08-20T01:01:58.352" v="1660" actId="1076"/>
          <ac:cxnSpMkLst>
            <pc:docMk/>
            <pc:sldMk cId="3277327948" sldId="279"/>
            <ac:cxnSpMk id="47" creationId="{5651F226-4AA0-48BB-444D-910E0E9F9070}"/>
          </ac:cxnSpMkLst>
        </pc:cxnChg>
        <pc:cxnChg chg="add mod">
          <ac:chgData name="Chen, Simon (SRDC PD)" userId="c4c7849d-5904-43d8-b8bf-884938130f09" providerId="ADAL" clId="{9338950F-56D5-4CC7-918B-47E4297DCCE1}" dt="2024-08-20T01:01:23.613" v="1654" actId="14100"/>
          <ac:cxnSpMkLst>
            <pc:docMk/>
            <pc:sldMk cId="3277327948" sldId="279"/>
            <ac:cxnSpMk id="51" creationId="{9A83F289-2812-F3E4-C071-70627BE2D58E}"/>
          </ac:cxnSpMkLst>
        </pc:cxnChg>
      </pc:sldChg>
      <pc:sldChg chg="new del">
        <pc:chgData name="Chen, Simon (SRDC PD)" userId="c4c7849d-5904-43d8-b8bf-884938130f09" providerId="ADAL" clId="{9338950F-56D5-4CC7-918B-47E4297DCCE1}" dt="2024-09-10T00:28:50.547" v="2003" actId="47"/>
        <pc:sldMkLst>
          <pc:docMk/>
          <pc:sldMk cId="2530133094" sldId="280"/>
        </pc:sldMkLst>
      </pc:sldChg>
      <pc:sldChg chg="addSp delSp modSp add mod">
        <pc:chgData name="Chen, Simon (SRDC PD)" userId="c4c7849d-5904-43d8-b8bf-884938130f09" providerId="ADAL" clId="{9338950F-56D5-4CC7-918B-47E4297DCCE1}" dt="2024-10-09T01:09:58.843" v="2641" actId="20577"/>
        <pc:sldMkLst>
          <pc:docMk/>
          <pc:sldMk cId="846050845" sldId="281"/>
        </pc:sldMkLst>
        <pc:spChg chg="mod">
          <ac:chgData name="Chen, Simon (SRDC PD)" userId="c4c7849d-5904-43d8-b8bf-884938130f09" providerId="ADAL" clId="{9338950F-56D5-4CC7-918B-47E4297DCCE1}" dt="2024-09-10T00:29:12.261" v="2021" actId="20577"/>
          <ac:spMkLst>
            <pc:docMk/>
            <pc:sldMk cId="846050845" sldId="281"/>
            <ac:spMk id="4" creationId="{9C7CCB69-27FB-82A6-FAB2-AAAB5BF7BE58}"/>
          </ac:spMkLst>
        </pc:spChg>
        <pc:spChg chg="mod">
          <ac:chgData name="Chen, Simon (SRDC PD)" userId="c4c7849d-5904-43d8-b8bf-884938130f09" providerId="ADAL" clId="{9338950F-56D5-4CC7-918B-47E4297DCCE1}" dt="2024-09-10T00:29:32.906" v="2090" actId="20577"/>
          <ac:spMkLst>
            <pc:docMk/>
            <pc:sldMk cId="846050845" sldId="281"/>
            <ac:spMk id="7" creationId="{89A61D5B-0276-CAAE-2E0D-C49C0932F1D4}"/>
          </ac:spMkLst>
        </pc:spChg>
        <pc:graphicFrameChg chg="del modGraphic">
          <ac:chgData name="Chen, Simon (SRDC PD)" userId="c4c7849d-5904-43d8-b8bf-884938130f09" providerId="ADAL" clId="{9338950F-56D5-4CC7-918B-47E4297DCCE1}" dt="2024-09-10T00:28:59.926" v="2005" actId="478"/>
          <ac:graphicFrameMkLst>
            <pc:docMk/>
            <pc:sldMk cId="846050845" sldId="281"/>
            <ac:graphicFrameMk id="2" creationId="{81615A5F-F133-BDC6-0F96-3B37B69CF211}"/>
          </ac:graphicFrameMkLst>
        </pc:graphicFrameChg>
        <pc:graphicFrameChg chg="add mod modGraphic">
          <ac:chgData name="Chen, Simon (SRDC PD)" userId="c4c7849d-5904-43d8-b8bf-884938130f09" providerId="ADAL" clId="{9338950F-56D5-4CC7-918B-47E4297DCCE1}" dt="2024-10-09T01:09:58.843" v="2641" actId="20577"/>
          <ac:graphicFrameMkLst>
            <pc:docMk/>
            <pc:sldMk cId="846050845" sldId="281"/>
            <ac:graphicFrameMk id="3" creationId="{B6B856A3-2A9C-759F-D62A-41C2A926CC0B}"/>
          </ac:graphicFrameMkLst>
        </pc:graphicFrameChg>
        <pc:graphicFrameChg chg="del">
          <ac:chgData name="Chen, Simon (SRDC PD)" userId="c4c7849d-5904-43d8-b8bf-884938130f09" providerId="ADAL" clId="{9338950F-56D5-4CC7-918B-47E4297DCCE1}" dt="2024-09-10T00:29:02.483" v="2006" actId="478"/>
          <ac:graphicFrameMkLst>
            <pc:docMk/>
            <pc:sldMk cId="846050845" sldId="281"/>
            <ac:graphicFrameMk id="9" creationId="{57DD64DB-6803-7D2B-9669-8D7AAFE9F725}"/>
          </ac:graphicFrameMkLst>
        </pc:graphicFrameChg>
        <pc:graphicFrameChg chg="del">
          <ac:chgData name="Chen, Simon (SRDC PD)" userId="c4c7849d-5904-43d8-b8bf-884938130f09" providerId="ADAL" clId="{9338950F-56D5-4CC7-918B-47E4297DCCE1}" dt="2024-09-10T00:29:02.483" v="2006" actId="478"/>
          <ac:graphicFrameMkLst>
            <pc:docMk/>
            <pc:sldMk cId="846050845" sldId="281"/>
            <ac:graphicFrameMk id="10" creationId="{5DA3F78E-3E50-9573-52CD-69BE92EADF18}"/>
          </ac:graphicFrameMkLst>
        </pc:graphicFrameChg>
      </pc:sldChg>
      <pc:sldChg chg="modSp add mod">
        <pc:chgData name="Chen, Simon (SRDC PD)" userId="c4c7849d-5904-43d8-b8bf-884938130f09" providerId="ADAL" clId="{9338950F-56D5-4CC7-918B-47E4297DCCE1}" dt="2024-09-29T03:12:38.006" v="2298"/>
        <pc:sldMkLst>
          <pc:docMk/>
          <pc:sldMk cId="66356642" sldId="282"/>
        </pc:sldMkLst>
        <pc:graphicFrameChg chg="mod modGraphic">
          <ac:chgData name="Chen, Simon (SRDC PD)" userId="c4c7849d-5904-43d8-b8bf-884938130f09" providerId="ADAL" clId="{9338950F-56D5-4CC7-918B-47E4297DCCE1}" dt="2024-09-29T03:12:38.006" v="2298"/>
          <ac:graphicFrameMkLst>
            <pc:docMk/>
            <pc:sldMk cId="66356642" sldId="282"/>
            <ac:graphicFrameMk id="3" creationId="{B6B856A3-2A9C-759F-D62A-41C2A926CC0B}"/>
          </ac:graphicFrameMkLst>
        </pc:graphicFrameChg>
      </pc:sldChg>
      <pc:sldChg chg="modSp add mod">
        <pc:chgData name="Chen, Simon (SRDC PD)" userId="c4c7849d-5904-43d8-b8bf-884938130f09" providerId="ADAL" clId="{9338950F-56D5-4CC7-918B-47E4297DCCE1}" dt="2024-10-09T05:54:51.734" v="2642" actId="2165"/>
        <pc:sldMkLst>
          <pc:docMk/>
          <pc:sldMk cId="1399658372" sldId="283"/>
        </pc:sldMkLst>
        <pc:graphicFrameChg chg="mod modGraphic">
          <ac:chgData name="Chen, Simon (SRDC PD)" userId="c4c7849d-5904-43d8-b8bf-884938130f09" providerId="ADAL" clId="{9338950F-56D5-4CC7-918B-47E4297DCCE1}" dt="2024-10-09T05:54:51.734" v="2642" actId="2165"/>
          <ac:graphicFrameMkLst>
            <pc:docMk/>
            <pc:sldMk cId="1399658372" sldId="283"/>
            <ac:graphicFrameMk id="3" creationId="{B6B856A3-2A9C-759F-D62A-41C2A926CC0B}"/>
          </ac:graphicFrameMkLst>
        </pc:graphicFrameChg>
      </pc:sldChg>
      <pc:sldChg chg="modSp add mod">
        <pc:chgData name="Chen, Simon (SRDC PD)" userId="c4c7849d-5904-43d8-b8bf-884938130f09" providerId="ADAL" clId="{9338950F-56D5-4CC7-918B-47E4297DCCE1}" dt="2024-10-09T05:57:28.848" v="2666"/>
        <pc:sldMkLst>
          <pc:docMk/>
          <pc:sldMk cId="3913767760" sldId="284"/>
        </pc:sldMkLst>
        <pc:graphicFrameChg chg="mod modGraphic">
          <ac:chgData name="Chen, Simon (SRDC PD)" userId="c4c7849d-5904-43d8-b8bf-884938130f09" providerId="ADAL" clId="{9338950F-56D5-4CC7-918B-47E4297DCCE1}" dt="2024-10-09T05:57:28.848" v="2666"/>
          <ac:graphicFrameMkLst>
            <pc:docMk/>
            <pc:sldMk cId="3913767760" sldId="284"/>
            <ac:graphicFrameMk id="3" creationId="{B6B856A3-2A9C-759F-D62A-41C2A926CC0B}"/>
          </ac:graphicFrameMkLst>
        </pc:graphicFrameChg>
      </pc:sldChg>
      <pc:sldChg chg="modSp add mod">
        <pc:chgData name="Chen, Simon (SRDC PD)" userId="c4c7849d-5904-43d8-b8bf-884938130f09" providerId="ADAL" clId="{9338950F-56D5-4CC7-918B-47E4297DCCE1}" dt="2024-10-01T02:18:07.677" v="2623" actId="20577"/>
        <pc:sldMkLst>
          <pc:docMk/>
          <pc:sldMk cId="3402571897" sldId="285"/>
        </pc:sldMkLst>
        <pc:spChg chg="mod">
          <ac:chgData name="Chen, Simon (SRDC PD)" userId="c4c7849d-5904-43d8-b8bf-884938130f09" providerId="ADAL" clId="{9338950F-56D5-4CC7-918B-47E4297DCCE1}" dt="2024-10-01T02:11:25.119" v="2489" actId="20577"/>
          <ac:spMkLst>
            <pc:docMk/>
            <pc:sldMk cId="3402571897" sldId="285"/>
            <ac:spMk id="4" creationId="{9C7CCB69-27FB-82A6-FAB2-AAAB5BF7BE58}"/>
          </ac:spMkLst>
        </pc:spChg>
        <pc:spChg chg="mod">
          <ac:chgData name="Chen, Simon (SRDC PD)" userId="c4c7849d-5904-43d8-b8bf-884938130f09" providerId="ADAL" clId="{9338950F-56D5-4CC7-918B-47E4297DCCE1}" dt="2024-10-01T02:14:40.187" v="2571" actId="20577"/>
          <ac:spMkLst>
            <pc:docMk/>
            <pc:sldMk cId="3402571897" sldId="285"/>
            <ac:spMk id="7" creationId="{89A61D5B-0276-CAAE-2E0D-C49C0932F1D4}"/>
          </ac:spMkLst>
        </pc:spChg>
        <pc:graphicFrameChg chg="mod modGraphic">
          <ac:chgData name="Chen, Simon (SRDC PD)" userId="c4c7849d-5904-43d8-b8bf-884938130f09" providerId="ADAL" clId="{9338950F-56D5-4CC7-918B-47E4297DCCE1}" dt="2024-10-01T02:18:07.677" v="2623" actId="20577"/>
          <ac:graphicFrameMkLst>
            <pc:docMk/>
            <pc:sldMk cId="3402571897" sldId="285"/>
            <ac:graphicFrameMk id="3" creationId="{B6B856A3-2A9C-759F-D62A-41C2A926CC0B}"/>
          </ac:graphicFrameMkLst>
        </pc:graphicFrameChg>
      </pc:sldChg>
    </pc:docChg>
  </pc:docChgLst>
  <pc:docChgLst>
    <pc:chgData name="Chen, Simon (SRDC PD)" userId="c4c7849d-5904-43d8-b8bf-884938130f09" providerId="ADAL" clId="{7F73D65D-064E-4506-99FE-568AE519FDF7}"/>
    <pc:docChg chg="undo custSel addSld delSld modSld addSection delSection modSection">
      <pc:chgData name="Chen, Simon (SRDC PD)" userId="c4c7849d-5904-43d8-b8bf-884938130f09" providerId="ADAL" clId="{7F73D65D-064E-4506-99FE-568AE519FDF7}" dt="2024-05-01T01:58:56.356" v="1615" actId="20577"/>
      <pc:docMkLst>
        <pc:docMk/>
      </pc:docMkLst>
      <pc:sldChg chg="del">
        <pc:chgData name="Chen, Simon (SRDC PD)" userId="c4c7849d-5904-43d8-b8bf-884938130f09" providerId="ADAL" clId="{7F73D65D-064E-4506-99FE-568AE519FDF7}" dt="2024-03-23T00:17:09.914" v="27" actId="2696"/>
        <pc:sldMkLst>
          <pc:docMk/>
          <pc:sldMk cId="7265354" sldId="268"/>
        </pc:sldMkLst>
      </pc:sldChg>
      <pc:sldChg chg="modSp mod">
        <pc:chgData name="Chen, Simon (SRDC PD)" userId="c4c7849d-5904-43d8-b8bf-884938130f09" providerId="ADAL" clId="{7F73D65D-064E-4506-99FE-568AE519FDF7}" dt="2024-04-23T03:36:16.341" v="700" actId="122"/>
        <pc:sldMkLst>
          <pc:docMk/>
          <pc:sldMk cId="3265265514" sldId="269"/>
        </pc:sldMkLst>
        <pc:spChg chg="mod">
          <ac:chgData name="Chen, Simon (SRDC PD)" userId="c4c7849d-5904-43d8-b8bf-884938130f09" providerId="ADAL" clId="{7F73D65D-064E-4506-99FE-568AE519FDF7}" dt="2024-03-25T05:24:04.110" v="32"/>
          <ac:spMkLst>
            <pc:docMk/>
            <pc:sldMk cId="3265265514" sldId="269"/>
            <ac:spMk id="7" creationId="{89A61D5B-0276-CAAE-2E0D-C49C0932F1D4}"/>
          </ac:spMkLst>
        </pc:spChg>
        <pc:graphicFrameChg chg="modGraphic">
          <ac:chgData name="Chen, Simon (SRDC PD)" userId="c4c7849d-5904-43d8-b8bf-884938130f09" providerId="ADAL" clId="{7F73D65D-064E-4506-99FE-568AE519FDF7}" dt="2024-04-23T03:36:16.341" v="700" actId="122"/>
          <ac:graphicFrameMkLst>
            <pc:docMk/>
            <pc:sldMk cId="3265265514" sldId="269"/>
            <ac:graphicFrameMk id="2" creationId="{181E1FB7-8985-C49A-A523-CBE6588793D3}"/>
          </ac:graphicFrameMkLst>
        </pc:graphicFrameChg>
      </pc:sldChg>
      <pc:sldChg chg="del">
        <pc:chgData name="Chen, Simon (SRDC PD)" userId="c4c7849d-5904-43d8-b8bf-884938130f09" providerId="ADAL" clId="{7F73D65D-064E-4506-99FE-568AE519FDF7}" dt="2024-03-23T00:17:22.757" v="28" actId="2696"/>
        <pc:sldMkLst>
          <pc:docMk/>
          <pc:sldMk cId="3501528945" sldId="273"/>
        </pc:sldMkLst>
      </pc:sldChg>
      <pc:sldChg chg="new del">
        <pc:chgData name="Chen, Simon (SRDC PD)" userId="c4c7849d-5904-43d8-b8bf-884938130f09" providerId="ADAL" clId="{7F73D65D-064E-4506-99FE-568AE519FDF7}" dt="2024-03-07T01:46:02.807" v="1" actId="680"/>
        <pc:sldMkLst>
          <pc:docMk/>
          <pc:sldMk cId="2340946569" sldId="274"/>
        </pc:sldMkLst>
      </pc:sldChg>
      <pc:sldChg chg="modSp new mod">
        <pc:chgData name="Chen, Simon (SRDC PD)" userId="c4c7849d-5904-43d8-b8bf-884938130f09" providerId="ADAL" clId="{7F73D65D-064E-4506-99FE-568AE519FDF7}" dt="2024-03-07T01:47:10.079" v="26" actId="108"/>
        <pc:sldMkLst>
          <pc:docMk/>
          <pc:sldMk cId="2760628444" sldId="274"/>
        </pc:sldMkLst>
        <pc:spChg chg="mod">
          <ac:chgData name="Chen, Simon (SRDC PD)" userId="c4c7849d-5904-43d8-b8bf-884938130f09" providerId="ADAL" clId="{7F73D65D-064E-4506-99FE-568AE519FDF7}" dt="2024-03-07T01:46:39.399" v="22" actId="20577"/>
          <ac:spMkLst>
            <pc:docMk/>
            <pc:sldMk cId="2760628444" sldId="274"/>
            <ac:spMk id="2" creationId="{60D8B3C0-DAAA-DC86-D4AE-F57BC6B4E9FA}"/>
          </ac:spMkLst>
        </pc:spChg>
        <pc:spChg chg="mod">
          <ac:chgData name="Chen, Simon (SRDC PD)" userId="c4c7849d-5904-43d8-b8bf-884938130f09" providerId="ADAL" clId="{7F73D65D-064E-4506-99FE-568AE519FDF7}" dt="2024-03-07T01:47:10.079" v="26" actId="108"/>
          <ac:spMkLst>
            <pc:docMk/>
            <pc:sldMk cId="2760628444" sldId="274"/>
            <ac:spMk id="3" creationId="{6FD4DB09-DB1D-EBFF-0184-9706570EEBCC}"/>
          </ac:spMkLst>
        </pc:spChg>
      </pc:sldChg>
      <pc:sldChg chg="delSp modSp add mod">
        <pc:chgData name="Chen, Simon (SRDC PD)" userId="c4c7849d-5904-43d8-b8bf-884938130f09" providerId="ADAL" clId="{7F73D65D-064E-4506-99FE-568AE519FDF7}" dt="2024-04-23T00:37:54.310" v="420" actId="6549"/>
        <pc:sldMkLst>
          <pc:docMk/>
          <pc:sldMk cId="3194498842" sldId="275"/>
        </pc:sldMkLst>
        <pc:spChg chg="mod">
          <ac:chgData name="Chen, Simon (SRDC PD)" userId="c4c7849d-5904-43d8-b8bf-884938130f09" providerId="ADAL" clId="{7F73D65D-064E-4506-99FE-568AE519FDF7}" dt="2024-04-23T00:15:14.091" v="64" actId="20577"/>
          <ac:spMkLst>
            <pc:docMk/>
            <pc:sldMk cId="3194498842" sldId="275"/>
            <ac:spMk id="4" creationId="{9C7CCB69-27FB-82A6-FAB2-AAAB5BF7BE58}"/>
          </ac:spMkLst>
        </pc:spChg>
        <pc:spChg chg="mod">
          <ac:chgData name="Chen, Simon (SRDC PD)" userId="c4c7849d-5904-43d8-b8bf-884938130f09" providerId="ADAL" clId="{7F73D65D-064E-4506-99FE-568AE519FDF7}" dt="2024-04-23T00:17:18.373" v="320" actId="20577"/>
          <ac:spMkLst>
            <pc:docMk/>
            <pc:sldMk cId="3194498842" sldId="275"/>
            <ac:spMk id="7" creationId="{89A61D5B-0276-CAAE-2E0D-C49C0932F1D4}"/>
          </ac:spMkLst>
        </pc:spChg>
        <pc:spChg chg="mod">
          <ac:chgData name="Chen, Simon (SRDC PD)" userId="c4c7849d-5904-43d8-b8bf-884938130f09" providerId="ADAL" clId="{7F73D65D-064E-4506-99FE-568AE519FDF7}" dt="2024-04-23T00:21:56.313" v="413" actId="1076"/>
          <ac:spMkLst>
            <pc:docMk/>
            <pc:sldMk cId="3194498842" sldId="275"/>
            <ac:spMk id="19" creationId="{DA91BBAB-D490-7A29-7FB8-729025804304}"/>
          </ac:spMkLst>
        </pc:spChg>
        <pc:grpChg chg="del">
          <ac:chgData name="Chen, Simon (SRDC PD)" userId="c4c7849d-5904-43d8-b8bf-884938130f09" providerId="ADAL" clId="{7F73D65D-064E-4506-99FE-568AE519FDF7}" dt="2024-04-23T00:15:18.495" v="65" actId="478"/>
          <ac:grpSpMkLst>
            <pc:docMk/>
            <pc:sldMk cId="3194498842" sldId="275"/>
            <ac:grpSpMk id="18" creationId="{89C2D349-7E3D-83E3-EE54-708F01B8DB4C}"/>
          </ac:grpSpMkLst>
        </pc:grpChg>
        <pc:graphicFrameChg chg="mod modGraphic">
          <ac:chgData name="Chen, Simon (SRDC PD)" userId="c4c7849d-5904-43d8-b8bf-884938130f09" providerId="ADAL" clId="{7F73D65D-064E-4506-99FE-568AE519FDF7}" dt="2024-04-23T00:37:54.310" v="420" actId="6549"/>
          <ac:graphicFrameMkLst>
            <pc:docMk/>
            <pc:sldMk cId="3194498842" sldId="275"/>
            <ac:graphicFrameMk id="2" creationId="{181E1FB7-8985-C49A-A523-CBE6588793D3}"/>
          </ac:graphicFrameMkLst>
        </pc:graphicFrameChg>
      </pc:sldChg>
      <pc:sldChg chg="delSp modSp add mod">
        <pc:chgData name="Chen, Simon (SRDC PD)" userId="c4c7849d-5904-43d8-b8bf-884938130f09" providerId="ADAL" clId="{7F73D65D-064E-4506-99FE-568AE519FDF7}" dt="2024-04-23T03:35:35.436" v="699"/>
        <pc:sldMkLst>
          <pc:docMk/>
          <pc:sldMk cId="4283699789" sldId="276"/>
        </pc:sldMkLst>
        <pc:spChg chg="mod">
          <ac:chgData name="Chen, Simon (SRDC PD)" userId="c4c7849d-5904-43d8-b8bf-884938130f09" providerId="ADAL" clId="{7F73D65D-064E-4506-99FE-568AE519FDF7}" dt="2024-04-23T03:32:01.412" v="430"/>
          <ac:spMkLst>
            <pc:docMk/>
            <pc:sldMk cId="4283699789" sldId="276"/>
            <ac:spMk id="4" creationId="{9C7CCB69-27FB-82A6-FAB2-AAAB5BF7BE58}"/>
          </ac:spMkLst>
        </pc:spChg>
        <pc:spChg chg="mod">
          <ac:chgData name="Chen, Simon (SRDC PD)" userId="c4c7849d-5904-43d8-b8bf-884938130f09" providerId="ADAL" clId="{7F73D65D-064E-4506-99FE-568AE519FDF7}" dt="2024-04-23T03:33:13.851" v="553" actId="20577"/>
          <ac:spMkLst>
            <pc:docMk/>
            <pc:sldMk cId="4283699789" sldId="276"/>
            <ac:spMk id="7" creationId="{89A61D5B-0276-CAAE-2E0D-C49C0932F1D4}"/>
          </ac:spMkLst>
        </pc:spChg>
        <pc:spChg chg="del">
          <ac:chgData name="Chen, Simon (SRDC PD)" userId="c4c7849d-5904-43d8-b8bf-884938130f09" providerId="ADAL" clId="{7F73D65D-064E-4506-99FE-568AE519FDF7}" dt="2024-04-23T03:33:10.015" v="551" actId="478"/>
          <ac:spMkLst>
            <pc:docMk/>
            <pc:sldMk cId="4283699789" sldId="276"/>
            <ac:spMk id="19" creationId="{DA91BBAB-D490-7A29-7FB8-729025804304}"/>
          </ac:spMkLst>
        </pc:spChg>
        <pc:graphicFrameChg chg="mod modGraphic">
          <ac:chgData name="Chen, Simon (SRDC PD)" userId="c4c7849d-5904-43d8-b8bf-884938130f09" providerId="ADAL" clId="{7F73D65D-064E-4506-99FE-568AE519FDF7}" dt="2024-04-23T03:35:35.436" v="699"/>
          <ac:graphicFrameMkLst>
            <pc:docMk/>
            <pc:sldMk cId="4283699789" sldId="276"/>
            <ac:graphicFrameMk id="2" creationId="{181E1FB7-8985-C49A-A523-CBE6588793D3}"/>
          </ac:graphicFrameMkLst>
        </pc:graphicFrameChg>
      </pc:sldChg>
      <pc:sldChg chg="addSp delSp modSp add mod">
        <pc:chgData name="Chen, Simon (SRDC PD)" userId="c4c7849d-5904-43d8-b8bf-884938130f09" providerId="ADAL" clId="{7F73D65D-064E-4506-99FE-568AE519FDF7}" dt="2024-05-01T01:58:56.356" v="1615" actId="20577"/>
        <pc:sldMkLst>
          <pc:docMk/>
          <pc:sldMk cId="2695404264" sldId="277"/>
        </pc:sldMkLst>
        <pc:spChg chg="mod">
          <ac:chgData name="Chen, Simon (SRDC PD)" userId="c4c7849d-5904-43d8-b8bf-884938130f09" providerId="ADAL" clId="{7F73D65D-064E-4506-99FE-568AE519FDF7}" dt="2024-05-01T00:48:53.991" v="718"/>
          <ac:spMkLst>
            <pc:docMk/>
            <pc:sldMk cId="2695404264" sldId="277"/>
            <ac:spMk id="4" creationId="{9C7CCB69-27FB-82A6-FAB2-AAAB5BF7BE58}"/>
          </ac:spMkLst>
        </pc:spChg>
        <pc:spChg chg="del">
          <ac:chgData name="Chen, Simon (SRDC PD)" userId="c4c7849d-5904-43d8-b8bf-884938130f09" providerId="ADAL" clId="{7F73D65D-064E-4506-99FE-568AE519FDF7}" dt="2024-05-01T00:46:43.599" v="704" actId="478"/>
          <ac:spMkLst>
            <pc:docMk/>
            <pc:sldMk cId="2695404264" sldId="277"/>
            <ac:spMk id="5" creationId="{C3D8D995-C891-C9D1-B639-BF627F172FD7}"/>
          </ac:spMkLst>
        </pc:spChg>
        <pc:spChg chg="add del mod">
          <ac:chgData name="Chen, Simon (SRDC PD)" userId="c4c7849d-5904-43d8-b8bf-884938130f09" providerId="ADAL" clId="{7F73D65D-064E-4506-99FE-568AE519FDF7}" dt="2024-05-01T01:39:52.753" v="1142" actId="478"/>
          <ac:spMkLst>
            <pc:docMk/>
            <pc:sldMk cId="2695404264" sldId="277"/>
            <ac:spMk id="6" creationId="{55EDD299-37FA-5187-2083-6BD5FC180E2D}"/>
          </ac:spMkLst>
        </pc:spChg>
        <pc:spChg chg="mod">
          <ac:chgData name="Chen, Simon (SRDC PD)" userId="c4c7849d-5904-43d8-b8bf-884938130f09" providerId="ADAL" clId="{7F73D65D-064E-4506-99FE-568AE519FDF7}" dt="2024-05-01T01:58:56.356" v="1615" actId="20577"/>
          <ac:spMkLst>
            <pc:docMk/>
            <pc:sldMk cId="2695404264" sldId="277"/>
            <ac:spMk id="7" creationId="{89A61D5B-0276-CAAE-2E0D-C49C0932F1D4}"/>
          </ac:spMkLst>
        </pc:spChg>
        <pc:spChg chg="add del mod">
          <ac:chgData name="Chen, Simon (SRDC PD)" userId="c4c7849d-5904-43d8-b8bf-884938130f09" providerId="ADAL" clId="{7F73D65D-064E-4506-99FE-568AE519FDF7}" dt="2024-05-01T01:39:52.753" v="1142" actId="478"/>
          <ac:spMkLst>
            <pc:docMk/>
            <pc:sldMk cId="2695404264" sldId="277"/>
            <ac:spMk id="8" creationId="{228ADE15-067C-0783-A4EE-EA1946FB9D12}"/>
          </ac:spMkLst>
        </pc:spChg>
        <pc:spChg chg="del">
          <ac:chgData name="Chen, Simon (SRDC PD)" userId="c4c7849d-5904-43d8-b8bf-884938130f09" providerId="ADAL" clId="{7F73D65D-064E-4506-99FE-568AE519FDF7}" dt="2024-05-01T00:46:43.599" v="704" actId="478"/>
          <ac:spMkLst>
            <pc:docMk/>
            <pc:sldMk cId="2695404264" sldId="277"/>
            <ac:spMk id="9" creationId="{6C18A5FD-C7F5-9DAB-E54C-CA1825841BDF}"/>
          </ac:spMkLst>
        </pc:spChg>
        <pc:spChg chg="add del mod">
          <ac:chgData name="Chen, Simon (SRDC PD)" userId="c4c7849d-5904-43d8-b8bf-884938130f09" providerId="ADAL" clId="{7F73D65D-064E-4506-99FE-568AE519FDF7}" dt="2024-05-01T01:39:52.753" v="1142" actId="478"/>
          <ac:spMkLst>
            <pc:docMk/>
            <pc:sldMk cId="2695404264" sldId="277"/>
            <ac:spMk id="10" creationId="{86499CE0-2F01-1829-DAB2-AE56A615358E}"/>
          </ac:spMkLst>
        </pc:spChg>
        <pc:spChg chg="add del mod">
          <ac:chgData name="Chen, Simon (SRDC PD)" userId="c4c7849d-5904-43d8-b8bf-884938130f09" providerId="ADAL" clId="{7F73D65D-064E-4506-99FE-568AE519FDF7}" dt="2024-05-01T01:39:52.753" v="1142" actId="478"/>
          <ac:spMkLst>
            <pc:docMk/>
            <pc:sldMk cId="2695404264" sldId="277"/>
            <ac:spMk id="12" creationId="{A7B36886-D1B4-0300-1E70-EB14E2AD2044}"/>
          </ac:spMkLst>
        </pc:spChg>
        <pc:spChg chg="del">
          <ac:chgData name="Chen, Simon (SRDC PD)" userId="c4c7849d-5904-43d8-b8bf-884938130f09" providerId="ADAL" clId="{7F73D65D-064E-4506-99FE-568AE519FDF7}" dt="2024-05-01T00:46:43.599" v="704" actId="478"/>
          <ac:spMkLst>
            <pc:docMk/>
            <pc:sldMk cId="2695404264" sldId="277"/>
            <ac:spMk id="14" creationId="{8838D9FB-747E-19ED-F5F8-2C529DC58A51}"/>
          </ac:spMkLst>
        </pc:spChg>
        <pc:spChg chg="del">
          <ac:chgData name="Chen, Simon (SRDC PD)" userId="c4c7849d-5904-43d8-b8bf-884938130f09" providerId="ADAL" clId="{7F73D65D-064E-4506-99FE-568AE519FDF7}" dt="2024-05-01T00:46:43.599" v="704" actId="478"/>
          <ac:spMkLst>
            <pc:docMk/>
            <pc:sldMk cId="2695404264" sldId="277"/>
            <ac:spMk id="15" creationId="{C8E27D9B-269B-5DD8-F75F-172BF82A936C}"/>
          </ac:spMkLst>
        </pc:spChg>
        <pc:spChg chg="add del mod">
          <ac:chgData name="Chen, Simon (SRDC PD)" userId="c4c7849d-5904-43d8-b8bf-884938130f09" providerId="ADAL" clId="{7F73D65D-064E-4506-99FE-568AE519FDF7}" dt="2024-05-01T01:39:52.753" v="1142" actId="478"/>
          <ac:spMkLst>
            <pc:docMk/>
            <pc:sldMk cId="2695404264" sldId="277"/>
            <ac:spMk id="16" creationId="{8D456171-BD1A-5F27-E3D3-945060A51D69}"/>
          </ac:spMkLst>
        </pc:spChg>
        <pc:spChg chg="add del mod">
          <ac:chgData name="Chen, Simon (SRDC PD)" userId="c4c7849d-5904-43d8-b8bf-884938130f09" providerId="ADAL" clId="{7F73D65D-064E-4506-99FE-568AE519FDF7}" dt="2024-05-01T01:39:52.753" v="1142" actId="478"/>
          <ac:spMkLst>
            <pc:docMk/>
            <pc:sldMk cId="2695404264" sldId="277"/>
            <ac:spMk id="18" creationId="{672531CC-CB97-35B8-2F7C-769EA266FFBC}"/>
          </ac:spMkLst>
        </pc:spChg>
        <pc:spChg chg="del">
          <ac:chgData name="Chen, Simon (SRDC PD)" userId="c4c7849d-5904-43d8-b8bf-884938130f09" providerId="ADAL" clId="{7F73D65D-064E-4506-99FE-568AE519FDF7}" dt="2024-05-01T00:46:47.572" v="705" actId="478"/>
          <ac:spMkLst>
            <pc:docMk/>
            <pc:sldMk cId="2695404264" sldId="277"/>
            <ac:spMk id="19" creationId="{DA91BBAB-D490-7A29-7FB8-729025804304}"/>
          </ac:spMkLst>
        </pc:spChg>
        <pc:spChg chg="add del mod">
          <ac:chgData name="Chen, Simon (SRDC PD)" userId="c4c7849d-5904-43d8-b8bf-884938130f09" providerId="ADAL" clId="{7F73D65D-064E-4506-99FE-568AE519FDF7}" dt="2024-05-01T01:39:52.753" v="1142" actId="478"/>
          <ac:spMkLst>
            <pc:docMk/>
            <pc:sldMk cId="2695404264" sldId="277"/>
            <ac:spMk id="21" creationId="{25884206-8B9E-C3E5-0A64-BD4F7BE06543}"/>
          </ac:spMkLst>
        </pc:spChg>
        <pc:graphicFrameChg chg="add del modGraphic">
          <ac:chgData name="Chen, Simon (SRDC PD)" userId="c4c7849d-5904-43d8-b8bf-884938130f09" providerId="ADAL" clId="{7F73D65D-064E-4506-99FE-568AE519FDF7}" dt="2024-05-01T00:48:07.460" v="707" actId="478"/>
          <ac:graphicFrameMkLst>
            <pc:docMk/>
            <pc:sldMk cId="2695404264" sldId="277"/>
            <ac:graphicFrameMk id="2" creationId="{248C38A1-43C0-AFEB-688A-49F285C68B09}"/>
          </ac:graphicFrameMkLst>
        </pc:graphicFrameChg>
        <pc:graphicFrameChg chg="add mod modGraphic">
          <ac:chgData name="Chen, Simon (SRDC PD)" userId="c4c7849d-5904-43d8-b8bf-884938130f09" providerId="ADAL" clId="{7F73D65D-064E-4506-99FE-568AE519FDF7}" dt="2024-05-01T01:57:34.512" v="1585" actId="20577"/>
          <ac:graphicFrameMkLst>
            <pc:docMk/>
            <pc:sldMk cId="2695404264" sldId="277"/>
            <ac:graphicFrameMk id="22" creationId="{331E7303-2365-32B2-2D21-4BCC9A21CB6C}"/>
          </ac:graphicFrameMkLst>
        </pc:graphicFrameChg>
        <pc:picChg chg="del">
          <ac:chgData name="Chen, Simon (SRDC PD)" userId="c4c7849d-5904-43d8-b8bf-884938130f09" providerId="ADAL" clId="{7F73D65D-064E-4506-99FE-568AE519FDF7}" dt="2024-05-01T00:46:43.599" v="704" actId="478"/>
          <ac:picMkLst>
            <pc:docMk/>
            <pc:sldMk cId="2695404264" sldId="277"/>
            <ac:picMk id="3" creationId="{EE9419FA-18E0-409F-BC27-90D856D302D7}"/>
          </ac:picMkLst>
        </pc:picChg>
        <pc:picChg chg="del">
          <ac:chgData name="Chen, Simon (SRDC PD)" userId="c4c7849d-5904-43d8-b8bf-884938130f09" providerId="ADAL" clId="{7F73D65D-064E-4506-99FE-568AE519FDF7}" dt="2024-05-01T00:46:43.599" v="704" actId="478"/>
          <ac:picMkLst>
            <pc:docMk/>
            <pc:sldMk cId="2695404264" sldId="277"/>
            <ac:picMk id="11" creationId="{802E8EBE-1F34-FBF7-964F-6002980C7EF3}"/>
          </ac:picMkLst>
        </pc:picChg>
        <pc:picChg chg="del">
          <ac:chgData name="Chen, Simon (SRDC PD)" userId="c4c7849d-5904-43d8-b8bf-884938130f09" providerId="ADAL" clId="{7F73D65D-064E-4506-99FE-568AE519FDF7}" dt="2024-05-01T00:46:43.599" v="704" actId="478"/>
          <ac:picMkLst>
            <pc:docMk/>
            <pc:sldMk cId="2695404264" sldId="277"/>
            <ac:picMk id="13" creationId="{88327A0E-1E8B-8669-EFA2-D82B2C3AE69E}"/>
          </ac:picMkLst>
        </pc:picChg>
        <pc:cxnChg chg="del">
          <ac:chgData name="Chen, Simon (SRDC PD)" userId="c4c7849d-5904-43d8-b8bf-884938130f09" providerId="ADAL" clId="{7F73D65D-064E-4506-99FE-568AE519FDF7}" dt="2024-05-01T00:46:43.599" v="704" actId="478"/>
          <ac:cxnSpMkLst>
            <pc:docMk/>
            <pc:sldMk cId="2695404264" sldId="277"/>
            <ac:cxnSpMk id="17" creationId="{62EC3975-3DCA-13C0-170E-5B1DA727EB57}"/>
          </ac:cxnSpMkLst>
        </pc:cxnChg>
        <pc:cxnChg chg="del">
          <ac:chgData name="Chen, Simon (SRDC PD)" userId="c4c7849d-5904-43d8-b8bf-884938130f09" providerId="ADAL" clId="{7F73D65D-064E-4506-99FE-568AE519FDF7}" dt="2024-05-01T00:46:43.599" v="704" actId="478"/>
          <ac:cxnSpMkLst>
            <pc:docMk/>
            <pc:sldMk cId="2695404264" sldId="277"/>
            <ac:cxnSpMk id="20" creationId="{8EE63226-787B-531D-63B7-4C132DFE165A}"/>
          </ac:cxnSpMkLst>
        </pc:cxnChg>
      </pc:sldChg>
    </pc:docChg>
  </pc:docChgLst>
  <pc:docChgLst>
    <pc:chgData name="Chen, Simon (SRDC PD)" userId="c4c7849d-5904-43d8-b8bf-884938130f09" providerId="ADAL" clId="{01CC0027-5E70-433F-BB0E-AFA39F8BAA5A}"/>
    <pc:docChg chg="undo custSel addSld delSld modSld addSection modSection">
      <pc:chgData name="Chen, Simon (SRDC PD)" userId="c4c7849d-5904-43d8-b8bf-884938130f09" providerId="ADAL" clId="{01CC0027-5E70-433F-BB0E-AFA39F8BAA5A}" dt="2023-10-17T07:02:28.434" v="4133"/>
      <pc:docMkLst>
        <pc:docMk/>
      </pc:docMkLst>
      <pc:sldChg chg="addSp modSp mod">
        <pc:chgData name="Chen, Simon (SRDC PD)" userId="c4c7849d-5904-43d8-b8bf-884938130f09" providerId="ADAL" clId="{01CC0027-5E70-433F-BB0E-AFA39F8BAA5A}" dt="2023-10-11T04:24:14.817" v="3605" actId="1076"/>
        <pc:sldMkLst>
          <pc:docMk/>
          <pc:sldMk cId="810410313" sldId="256"/>
        </pc:sldMkLst>
        <pc:spChg chg="add mod">
          <ac:chgData name="Chen, Simon (SRDC PD)" userId="c4c7849d-5904-43d8-b8bf-884938130f09" providerId="ADAL" clId="{01CC0027-5E70-433F-BB0E-AFA39F8BAA5A}" dt="2023-10-11T04:24:04.047" v="3603" actId="20577"/>
          <ac:spMkLst>
            <pc:docMk/>
            <pc:sldMk cId="810410313" sldId="256"/>
            <ac:spMk id="2" creationId="{EED18B96-B68C-0198-0F69-BF459360E678}"/>
          </ac:spMkLst>
        </pc:spChg>
        <pc:spChg chg="mod">
          <ac:chgData name="Chen, Simon (SRDC PD)" userId="c4c7849d-5904-43d8-b8bf-884938130f09" providerId="ADAL" clId="{01CC0027-5E70-433F-BB0E-AFA39F8BAA5A}" dt="2023-10-11T04:24:14.817" v="3605" actId="1076"/>
          <ac:spMkLst>
            <pc:docMk/>
            <pc:sldMk cId="810410313" sldId="256"/>
            <ac:spMk id="5" creationId="{4EC36EA0-26A1-F3B2-9C9C-27C58FE8FA7F}"/>
          </ac:spMkLst>
        </pc:spChg>
        <pc:spChg chg="mod">
          <ac:chgData name="Chen, Simon (SRDC PD)" userId="c4c7849d-5904-43d8-b8bf-884938130f09" providerId="ADAL" clId="{01CC0027-5E70-433F-BB0E-AFA39F8BAA5A}" dt="2023-09-23T07:16:56.760" v="638" actId="255"/>
          <ac:spMkLst>
            <pc:docMk/>
            <pc:sldMk cId="810410313" sldId="256"/>
            <ac:spMk id="6" creationId="{811D2237-1BD7-4992-670F-B7B5DCADD614}"/>
          </ac:spMkLst>
        </pc:spChg>
        <pc:graphicFrameChg chg="mod">
          <ac:chgData name="Chen, Simon (SRDC PD)" userId="c4c7849d-5904-43d8-b8bf-884938130f09" providerId="ADAL" clId="{01CC0027-5E70-433F-BB0E-AFA39F8BAA5A}" dt="2023-10-11T04:24:11.562" v="3604" actId="1076"/>
          <ac:graphicFrameMkLst>
            <pc:docMk/>
            <pc:sldMk cId="810410313" sldId="256"/>
            <ac:graphicFrameMk id="4" creationId="{662BF8D0-2D90-3B70-0B78-6569BDA77DB6}"/>
          </ac:graphicFrameMkLst>
        </pc:graphicFrameChg>
      </pc:sldChg>
      <pc:sldChg chg="addSp modSp del mod">
        <pc:chgData name="Chen, Simon (SRDC PD)" userId="c4c7849d-5904-43d8-b8bf-884938130f09" providerId="ADAL" clId="{01CC0027-5E70-433F-BB0E-AFA39F8BAA5A}" dt="2023-09-23T07:14:53.858" v="484" actId="47"/>
        <pc:sldMkLst>
          <pc:docMk/>
          <pc:sldMk cId="1772415494" sldId="257"/>
        </pc:sldMkLst>
        <pc:spChg chg="add mod">
          <ac:chgData name="Chen, Simon (SRDC PD)" userId="c4c7849d-5904-43d8-b8bf-884938130f09" providerId="ADAL" clId="{01CC0027-5E70-433F-BB0E-AFA39F8BAA5A}" dt="2023-09-23T07:09:54.576" v="323" actId="20577"/>
          <ac:spMkLst>
            <pc:docMk/>
            <pc:sldMk cId="1772415494" sldId="257"/>
            <ac:spMk id="2" creationId="{8E0FD666-5695-B3C9-48DD-7FB5E2446766}"/>
          </ac:spMkLst>
        </pc:spChg>
        <pc:spChg chg="mod">
          <ac:chgData name="Chen, Simon (SRDC PD)" userId="c4c7849d-5904-43d8-b8bf-884938130f09" providerId="ADAL" clId="{01CC0027-5E70-433F-BB0E-AFA39F8BAA5A}" dt="2023-09-23T07:03:42.927" v="4" actId="20577"/>
          <ac:spMkLst>
            <pc:docMk/>
            <pc:sldMk cId="1772415494" sldId="257"/>
            <ac:spMk id="6" creationId="{811D2237-1BD7-4992-670F-B7B5DCADD614}"/>
          </ac:spMkLst>
        </pc:spChg>
      </pc:sldChg>
      <pc:sldChg chg="addSp modSp mod">
        <pc:chgData name="Chen, Simon (SRDC PD)" userId="c4c7849d-5904-43d8-b8bf-884938130f09" providerId="ADAL" clId="{01CC0027-5E70-433F-BB0E-AFA39F8BAA5A}" dt="2023-09-23T07:32:39.996" v="1151" actId="12"/>
        <pc:sldMkLst>
          <pc:docMk/>
          <pc:sldMk cId="973475700" sldId="258"/>
        </pc:sldMkLst>
        <pc:spChg chg="add mod">
          <ac:chgData name="Chen, Simon (SRDC PD)" userId="c4c7849d-5904-43d8-b8bf-884938130f09" providerId="ADAL" clId="{01CC0027-5E70-433F-BB0E-AFA39F8BAA5A}" dt="2023-09-23T07:32:39.996" v="1151" actId="12"/>
          <ac:spMkLst>
            <pc:docMk/>
            <pc:sldMk cId="973475700" sldId="258"/>
            <ac:spMk id="3" creationId="{DA170B0B-73ED-C9F3-FF49-2D3C69B2188C}"/>
          </ac:spMkLst>
        </pc:spChg>
        <pc:spChg chg="mod">
          <ac:chgData name="Chen, Simon (SRDC PD)" userId="c4c7849d-5904-43d8-b8bf-884938130f09" providerId="ADAL" clId="{01CC0027-5E70-433F-BB0E-AFA39F8BAA5A}" dt="2023-09-23T07:20:04.604" v="797" actId="1076"/>
          <ac:spMkLst>
            <pc:docMk/>
            <pc:sldMk cId="973475700" sldId="258"/>
            <ac:spMk id="5" creationId="{4EC36EA0-26A1-F3B2-9C9C-27C58FE8FA7F}"/>
          </ac:spMkLst>
        </pc:spChg>
        <pc:spChg chg="mod">
          <ac:chgData name="Chen, Simon (SRDC PD)" userId="c4c7849d-5904-43d8-b8bf-884938130f09" providerId="ADAL" clId="{01CC0027-5E70-433F-BB0E-AFA39F8BAA5A}" dt="2023-09-23T07:17:17.157" v="643" actId="14100"/>
          <ac:spMkLst>
            <pc:docMk/>
            <pc:sldMk cId="973475700" sldId="258"/>
            <ac:spMk id="6" creationId="{811D2237-1BD7-4992-670F-B7B5DCADD614}"/>
          </ac:spMkLst>
        </pc:spChg>
      </pc:sldChg>
      <pc:sldChg chg="addSp delSp modSp mod">
        <pc:chgData name="Chen, Simon (SRDC PD)" userId="c4c7849d-5904-43d8-b8bf-884938130f09" providerId="ADAL" clId="{01CC0027-5E70-433F-BB0E-AFA39F8BAA5A}" dt="2023-09-23T07:23:07.535" v="835" actId="12"/>
        <pc:sldMkLst>
          <pc:docMk/>
          <pc:sldMk cId="2651526651" sldId="259"/>
        </pc:sldMkLst>
        <pc:spChg chg="del mod">
          <ac:chgData name="Chen, Simon (SRDC PD)" userId="c4c7849d-5904-43d8-b8bf-884938130f09" providerId="ADAL" clId="{01CC0027-5E70-433F-BB0E-AFA39F8BAA5A}" dt="2023-09-23T07:19:12.504" v="714"/>
          <ac:spMkLst>
            <pc:docMk/>
            <pc:sldMk cId="2651526651" sldId="259"/>
            <ac:spMk id="2" creationId="{233789C7-9268-C991-EB29-A6DA85BBA82B}"/>
          </ac:spMkLst>
        </pc:spChg>
        <pc:spChg chg="add mod">
          <ac:chgData name="Chen, Simon (SRDC PD)" userId="c4c7849d-5904-43d8-b8bf-884938130f09" providerId="ADAL" clId="{01CC0027-5E70-433F-BB0E-AFA39F8BAA5A}" dt="2023-09-23T07:23:07.535" v="835" actId="12"/>
          <ac:spMkLst>
            <pc:docMk/>
            <pc:sldMk cId="2651526651" sldId="259"/>
            <ac:spMk id="3" creationId="{7E9FC782-E5FB-F218-49AD-FADE6BB332F5}"/>
          </ac:spMkLst>
        </pc:spChg>
        <pc:spChg chg="mod">
          <ac:chgData name="Chen, Simon (SRDC PD)" userId="c4c7849d-5904-43d8-b8bf-884938130f09" providerId="ADAL" clId="{01CC0027-5E70-433F-BB0E-AFA39F8BAA5A}" dt="2023-09-23T07:19:19.166" v="716" actId="1076"/>
          <ac:spMkLst>
            <pc:docMk/>
            <pc:sldMk cId="2651526651" sldId="259"/>
            <ac:spMk id="5" creationId="{4EC36EA0-26A1-F3B2-9C9C-27C58FE8FA7F}"/>
          </ac:spMkLst>
        </pc:spChg>
        <pc:spChg chg="mod">
          <ac:chgData name="Chen, Simon (SRDC PD)" userId="c4c7849d-5904-43d8-b8bf-884938130f09" providerId="ADAL" clId="{01CC0027-5E70-433F-BB0E-AFA39F8BAA5A}" dt="2023-09-23T07:17:59.855" v="646" actId="1076"/>
          <ac:spMkLst>
            <pc:docMk/>
            <pc:sldMk cId="2651526651" sldId="259"/>
            <ac:spMk id="6" creationId="{811D2237-1BD7-4992-670F-B7B5DCADD614}"/>
          </ac:spMkLst>
        </pc:spChg>
      </pc:sldChg>
      <pc:sldChg chg="modSp del mod">
        <pc:chgData name="Chen, Simon (SRDC PD)" userId="c4c7849d-5904-43d8-b8bf-884938130f09" providerId="ADAL" clId="{01CC0027-5E70-433F-BB0E-AFA39F8BAA5A}" dt="2023-10-17T06:21:24.839" v="3694" actId="2696"/>
        <pc:sldMkLst>
          <pc:docMk/>
          <pc:sldMk cId="326188265" sldId="260"/>
        </pc:sldMkLst>
        <pc:graphicFrameChg chg="mod modGraphic">
          <ac:chgData name="Chen, Simon (SRDC PD)" userId="c4c7849d-5904-43d8-b8bf-884938130f09" providerId="ADAL" clId="{01CC0027-5E70-433F-BB0E-AFA39F8BAA5A}" dt="2023-09-24T00:59:48.166" v="1164" actId="14734"/>
          <ac:graphicFrameMkLst>
            <pc:docMk/>
            <pc:sldMk cId="326188265" sldId="260"/>
            <ac:graphicFrameMk id="3" creationId="{AF2CF29A-CA0A-6AE9-6BBB-FABDC89A3EB6}"/>
          </ac:graphicFrameMkLst>
        </pc:graphicFrameChg>
      </pc:sldChg>
      <pc:sldChg chg="modSp add mod">
        <pc:chgData name="Chen, Simon (SRDC PD)" userId="c4c7849d-5904-43d8-b8bf-884938130f09" providerId="ADAL" clId="{01CC0027-5E70-433F-BB0E-AFA39F8BAA5A}" dt="2023-10-17T06:21:37.860" v="3696" actId="255"/>
        <pc:sldMkLst>
          <pc:docMk/>
          <pc:sldMk cId="2026235310" sldId="260"/>
        </pc:sldMkLst>
        <pc:spChg chg="mod">
          <ac:chgData name="Chen, Simon (SRDC PD)" userId="c4c7849d-5904-43d8-b8bf-884938130f09" providerId="ADAL" clId="{01CC0027-5E70-433F-BB0E-AFA39F8BAA5A}" dt="2023-10-17T06:21:37.860" v="3696" actId="255"/>
          <ac:spMkLst>
            <pc:docMk/>
            <pc:sldMk cId="2026235310" sldId="260"/>
            <ac:spMk id="6" creationId="{811D2237-1BD7-4992-670F-B7B5DCADD614}"/>
          </ac:spMkLst>
        </pc:spChg>
      </pc:sldChg>
      <pc:sldChg chg="addSp delSp modSp add mod">
        <pc:chgData name="Chen, Simon (SRDC PD)" userId="c4c7849d-5904-43d8-b8bf-884938130f09" providerId="ADAL" clId="{01CC0027-5E70-433F-BB0E-AFA39F8BAA5A}" dt="2023-09-23T07:22:57.488" v="833" actId="12"/>
        <pc:sldMkLst>
          <pc:docMk/>
          <pc:sldMk cId="3038951543" sldId="261"/>
        </pc:sldMkLst>
        <pc:spChg chg="add mod">
          <ac:chgData name="Chen, Simon (SRDC PD)" userId="c4c7849d-5904-43d8-b8bf-884938130f09" providerId="ADAL" clId="{01CC0027-5E70-433F-BB0E-AFA39F8BAA5A}" dt="2023-09-23T07:22:57.488" v="833" actId="12"/>
          <ac:spMkLst>
            <pc:docMk/>
            <pc:sldMk cId="3038951543" sldId="261"/>
            <ac:spMk id="2" creationId="{28EFE715-DC30-0A63-0C16-90B90D3DE9C0}"/>
          </ac:spMkLst>
        </pc:spChg>
        <pc:spChg chg="mod">
          <ac:chgData name="Chen, Simon (SRDC PD)" userId="c4c7849d-5904-43d8-b8bf-884938130f09" providerId="ADAL" clId="{01CC0027-5E70-433F-BB0E-AFA39F8BAA5A}" dt="2023-09-23T07:13:51.783" v="465" actId="14100"/>
          <ac:spMkLst>
            <pc:docMk/>
            <pc:sldMk cId="3038951543" sldId="261"/>
            <ac:spMk id="3" creationId="{C0D1FED3-3C3B-0B09-0035-35E8ADF35011}"/>
          </ac:spMkLst>
        </pc:spChg>
        <pc:spChg chg="add mod">
          <ac:chgData name="Chen, Simon (SRDC PD)" userId="c4c7849d-5904-43d8-b8bf-884938130f09" providerId="ADAL" clId="{01CC0027-5E70-433F-BB0E-AFA39F8BAA5A}" dt="2023-09-23T07:13:30.161" v="462" actId="1582"/>
          <ac:spMkLst>
            <pc:docMk/>
            <pc:sldMk cId="3038951543" sldId="261"/>
            <ac:spMk id="4" creationId="{88BD4CAA-446B-8362-3D17-08B091FFBF7A}"/>
          </ac:spMkLst>
        </pc:spChg>
        <pc:spChg chg="add del mod">
          <ac:chgData name="Chen, Simon (SRDC PD)" userId="c4c7849d-5904-43d8-b8bf-884938130f09" providerId="ADAL" clId="{01CC0027-5E70-433F-BB0E-AFA39F8BAA5A}" dt="2023-09-23T07:11:26.460" v="357"/>
          <ac:spMkLst>
            <pc:docMk/>
            <pc:sldMk cId="3038951543" sldId="261"/>
            <ac:spMk id="5" creationId="{3ECCED5A-11EF-A33D-BFAD-D19B3CA43001}"/>
          </ac:spMkLst>
        </pc:spChg>
        <pc:spChg chg="mod">
          <ac:chgData name="Chen, Simon (SRDC PD)" userId="c4c7849d-5904-43d8-b8bf-884938130f09" providerId="ADAL" clId="{01CC0027-5E70-433F-BB0E-AFA39F8BAA5A}" dt="2023-09-23T07:16:49.119" v="637" actId="255"/>
          <ac:spMkLst>
            <pc:docMk/>
            <pc:sldMk cId="3038951543" sldId="261"/>
            <ac:spMk id="6" creationId="{811D2237-1BD7-4992-670F-B7B5DCADD614}"/>
          </ac:spMkLst>
        </pc:spChg>
        <pc:spChg chg="add del mod">
          <ac:chgData name="Chen, Simon (SRDC PD)" userId="c4c7849d-5904-43d8-b8bf-884938130f09" providerId="ADAL" clId="{01CC0027-5E70-433F-BB0E-AFA39F8BAA5A}" dt="2023-09-23T07:11:26.460" v="357"/>
          <ac:spMkLst>
            <pc:docMk/>
            <pc:sldMk cId="3038951543" sldId="261"/>
            <ac:spMk id="7" creationId="{4E16E872-9E98-33DB-D689-01D8E2648EE3}"/>
          </ac:spMkLst>
        </pc:spChg>
        <pc:spChg chg="add mod">
          <ac:chgData name="Chen, Simon (SRDC PD)" userId="c4c7849d-5904-43d8-b8bf-884938130f09" providerId="ADAL" clId="{01CC0027-5E70-433F-BB0E-AFA39F8BAA5A}" dt="2023-09-23T07:13:55.699" v="466" actId="1076"/>
          <ac:spMkLst>
            <pc:docMk/>
            <pc:sldMk cId="3038951543" sldId="261"/>
            <ac:spMk id="8" creationId="{67F0268A-43CC-F70A-3C30-BD888CCDAF54}"/>
          </ac:spMkLst>
        </pc:spChg>
        <pc:spChg chg="add mod">
          <ac:chgData name="Chen, Simon (SRDC PD)" userId="c4c7849d-5904-43d8-b8bf-884938130f09" providerId="ADAL" clId="{01CC0027-5E70-433F-BB0E-AFA39F8BAA5A}" dt="2023-09-23T07:14:10.613" v="474" actId="1076"/>
          <ac:spMkLst>
            <pc:docMk/>
            <pc:sldMk cId="3038951543" sldId="261"/>
            <ac:spMk id="9" creationId="{F6F6268F-BBA2-043D-C1D0-155037DB17DB}"/>
          </ac:spMkLst>
        </pc:spChg>
        <pc:spChg chg="add mod">
          <ac:chgData name="Chen, Simon (SRDC PD)" userId="c4c7849d-5904-43d8-b8bf-884938130f09" providerId="ADAL" clId="{01CC0027-5E70-433F-BB0E-AFA39F8BAA5A}" dt="2023-09-23T07:14:25.795" v="479" actId="20577"/>
          <ac:spMkLst>
            <pc:docMk/>
            <pc:sldMk cId="3038951543" sldId="261"/>
            <ac:spMk id="10" creationId="{9EA7A37B-4078-A561-DEC4-7597DEAAB8BF}"/>
          </ac:spMkLst>
        </pc:spChg>
        <pc:spChg chg="add mod">
          <ac:chgData name="Chen, Simon (SRDC PD)" userId="c4c7849d-5904-43d8-b8bf-884938130f09" providerId="ADAL" clId="{01CC0027-5E70-433F-BB0E-AFA39F8BAA5A}" dt="2023-09-23T07:14:40.454" v="483" actId="20577"/>
          <ac:spMkLst>
            <pc:docMk/>
            <pc:sldMk cId="3038951543" sldId="261"/>
            <ac:spMk id="11" creationId="{64713E4B-E088-5F75-267C-8B1C41E7D9BD}"/>
          </ac:spMkLst>
        </pc:spChg>
      </pc:sldChg>
      <pc:sldChg chg="add del">
        <pc:chgData name="Chen, Simon (SRDC PD)" userId="c4c7849d-5904-43d8-b8bf-884938130f09" providerId="ADAL" clId="{01CC0027-5E70-433F-BB0E-AFA39F8BAA5A}" dt="2023-09-23T07:09:34.480" v="320"/>
        <pc:sldMkLst>
          <pc:docMk/>
          <pc:sldMk cId="1483032053" sldId="262"/>
        </pc:sldMkLst>
      </pc:sldChg>
      <pc:sldChg chg="add del">
        <pc:chgData name="Chen, Simon (SRDC PD)" userId="c4c7849d-5904-43d8-b8bf-884938130f09" providerId="ADAL" clId="{01CC0027-5E70-433F-BB0E-AFA39F8BAA5A}" dt="2023-09-23T07:20:53.179" v="800"/>
        <pc:sldMkLst>
          <pc:docMk/>
          <pc:sldMk cId="1906285325" sldId="262"/>
        </pc:sldMkLst>
      </pc:sldChg>
      <pc:sldChg chg="addSp delSp modSp add mod">
        <pc:chgData name="Chen, Simon (SRDC PD)" userId="c4c7849d-5904-43d8-b8bf-884938130f09" providerId="ADAL" clId="{01CC0027-5E70-433F-BB0E-AFA39F8BAA5A}" dt="2023-10-17T06:31:43.235" v="4116" actId="1582"/>
        <pc:sldMkLst>
          <pc:docMk/>
          <pc:sldMk cId="3567719889" sldId="262"/>
        </pc:sldMkLst>
        <pc:spChg chg="mod">
          <ac:chgData name="Chen, Simon (SRDC PD)" userId="c4c7849d-5904-43d8-b8bf-884938130f09" providerId="ADAL" clId="{01CC0027-5E70-433F-BB0E-AFA39F8BAA5A}" dt="2023-10-17T06:27:38.951" v="4093" actId="1582"/>
          <ac:spMkLst>
            <pc:docMk/>
            <pc:sldMk cId="3567719889" sldId="262"/>
            <ac:spMk id="2" creationId="{28EFE715-DC30-0A63-0C16-90B90D3DE9C0}"/>
          </ac:spMkLst>
        </pc:spChg>
        <pc:spChg chg="del">
          <ac:chgData name="Chen, Simon (SRDC PD)" userId="c4c7849d-5904-43d8-b8bf-884938130f09" providerId="ADAL" clId="{01CC0027-5E70-433F-BB0E-AFA39F8BAA5A}" dt="2023-09-23T07:21:29.085" v="812" actId="478"/>
          <ac:spMkLst>
            <pc:docMk/>
            <pc:sldMk cId="3567719889" sldId="262"/>
            <ac:spMk id="3" creationId="{C0D1FED3-3C3B-0B09-0035-35E8ADF35011}"/>
          </ac:spMkLst>
        </pc:spChg>
        <pc:spChg chg="del">
          <ac:chgData name="Chen, Simon (SRDC PD)" userId="c4c7849d-5904-43d8-b8bf-884938130f09" providerId="ADAL" clId="{01CC0027-5E70-433F-BB0E-AFA39F8BAA5A}" dt="2023-09-23T07:21:36.874" v="813" actId="478"/>
          <ac:spMkLst>
            <pc:docMk/>
            <pc:sldMk cId="3567719889" sldId="262"/>
            <ac:spMk id="4" creationId="{88BD4CAA-446B-8362-3D17-08B091FFBF7A}"/>
          </ac:spMkLst>
        </pc:spChg>
        <pc:spChg chg="add del mod">
          <ac:chgData name="Chen, Simon (SRDC PD)" userId="c4c7849d-5904-43d8-b8bf-884938130f09" providerId="ADAL" clId="{01CC0027-5E70-433F-BB0E-AFA39F8BAA5A}" dt="2023-09-24T01:00:17.061" v="1165" actId="478"/>
          <ac:spMkLst>
            <pc:docMk/>
            <pc:sldMk cId="3567719889" sldId="262"/>
            <ac:spMk id="5" creationId="{727583B2-CCF5-AACA-88F8-91BB0F79083B}"/>
          </ac:spMkLst>
        </pc:spChg>
        <pc:spChg chg="mod">
          <ac:chgData name="Chen, Simon (SRDC PD)" userId="c4c7849d-5904-43d8-b8bf-884938130f09" providerId="ADAL" clId="{01CC0027-5E70-433F-BB0E-AFA39F8BAA5A}" dt="2023-09-23T07:22:47.973" v="832" actId="20577"/>
          <ac:spMkLst>
            <pc:docMk/>
            <pc:sldMk cId="3567719889" sldId="262"/>
            <ac:spMk id="6" creationId="{811D2237-1BD7-4992-670F-B7B5DCADD614}"/>
          </ac:spMkLst>
        </pc:spChg>
        <pc:spChg chg="del">
          <ac:chgData name="Chen, Simon (SRDC PD)" userId="c4c7849d-5904-43d8-b8bf-884938130f09" providerId="ADAL" clId="{01CC0027-5E70-433F-BB0E-AFA39F8BAA5A}" dt="2023-09-23T07:21:44.172" v="814" actId="478"/>
          <ac:spMkLst>
            <pc:docMk/>
            <pc:sldMk cId="3567719889" sldId="262"/>
            <ac:spMk id="8" creationId="{67F0268A-43CC-F70A-3C30-BD888CCDAF54}"/>
          </ac:spMkLst>
        </pc:spChg>
        <pc:spChg chg="del">
          <ac:chgData name="Chen, Simon (SRDC PD)" userId="c4c7849d-5904-43d8-b8bf-884938130f09" providerId="ADAL" clId="{01CC0027-5E70-433F-BB0E-AFA39F8BAA5A}" dt="2023-09-23T07:21:44.172" v="814" actId="478"/>
          <ac:spMkLst>
            <pc:docMk/>
            <pc:sldMk cId="3567719889" sldId="262"/>
            <ac:spMk id="9" creationId="{F6F6268F-BBA2-043D-C1D0-155037DB17DB}"/>
          </ac:spMkLst>
        </pc:spChg>
        <pc:spChg chg="del">
          <ac:chgData name="Chen, Simon (SRDC PD)" userId="c4c7849d-5904-43d8-b8bf-884938130f09" providerId="ADAL" clId="{01CC0027-5E70-433F-BB0E-AFA39F8BAA5A}" dt="2023-09-23T07:21:44.172" v="814" actId="478"/>
          <ac:spMkLst>
            <pc:docMk/>
            <pc:sldMk cId="3567719889" sldId="262"/>
            <ac:spMk id="10" creationId="{9EA7A37B-4078-A561-DEC4-7597DEAAB8BF}"/>
          </ac:spMkLst>
        </pc:spChg>
        <pc:spChg chg="del">
          <ac:chgData name="Chen, Simon (SRDC PD)" userId="c4c7849d-5904-43d8-b8bf-884938130f09" providerId="ADAL" clId="{01CC0027-5E70-433F-BB0E-AFA39F8BAA5A}" dt="2023-09-23T07:21:44.172" v="814" actId="478"/>
          <ac:spMkLst>
            <pc:docMk/>
            <pc:sldMk cId="3567719889" sldId="262"/>
            <ac:spMk id="11" creationId="{64713E4B-E088-5F75-267C-8B1C41E7D9BD}"/>
          </ac:spMkLst>
        </pc:spChg>
        <pc:picChg chg="add mod modCrop">
          <ac:chgData name="Chen, Simon (SRDC PD)" userId="c4c7849d-5904-43d8-b8bf-884938130f09" providerId="ADAL" clId="{01CC0027-5E70-433F-BB0E-AFA39F8BAA5A}" dt="2023-10-17T06:28:13.971" v="4096" actId="1582"/>
          <ac:picMkLst>
            <pc:docMk/>
            <pc:sldMk cId="3567719889" sldId="262"/>
            <ac:picMk id="4" creationId="{649D5ADA-CBD9-8DCF-D2E2-C05F90A944CD}"/>
          </ac:picMkLst>
        </pc:picChg>
        <pc:picChg chg="add del mod">
          <ac:chgData name="Chen, Simon (SRDC PD)" userId="c4c7849d-5904-43d8-b8bf-884938130f09" providerId="ADAL" clId="{01CC0027-5E70-433F-BB0E-AFA39F8BAA5A}" dt="2023-09-24T00:58:04.627" v="1160" actId="478"/>
          <ac:picMkLst>
            <pc:docMk/>
            <pc:sldMk cId="3567719889" sldId="262"/>
            <ac:picMk id="4" creationId="{D4FF90CB-4D96-8262-CCE9-5E416F098CBC}"/>
          </ac:picMkLst>
        </pc:picChg>
        <pc:picChg chg="add mod">
          <ac:chgData name="Chen, Simon (SRDC PD)" userId="c4c7849d-5904-43d8-b8bf-884938130f09" providerId="ADAL" clId="{01CC0027-5E70-433F-BB0E-AFA39F8BAA5A}" dt="2023-10-17T06:31:43.235" v="4116" actId="1582"/>
          <ac:picMkLst>
            <pc:docMk/>
            <pc:sldMk cId="3567719889" sldId="262"/>
            <ac:picMk id="5" creationId="{75118D4C-1C65-D4B3-93A6-C6DD4783F513}"/>
          </ac:picMkLst>
        </pc:picChg>
        <pc:picChg chg="add del mod">
          <ac:chgData name="Chen, Simon (SRDC PD)" userId="c4c7849d-5904-43d8-b8bf-884938130f09" providerId="ADAL" clId="{01CC0027-5E70-433F-BB0E-AFA39F8BAA5A}" dt="2023-09-24T01:01:13.490" v="1170" actId="21"/>
          <ac:picMkLst>
            <pc:docMk/>
            <pc:sldMk cId="3567719889" sldId="262"/>
            <ac:picMk id="8" creationId="{EE6C84C9-6DBC-70E0-6C50-DE05D6388980}"/>
          </ac:picMkLst>
        </pc:picChg>
      </pc:sldChg>
      <pc:sldChg chg="addSp delSp modSp add mod">
        <pc:chgData name="Chen, Simon (SRDC PD)" userId="c4c7849d-5904-43d8-b8bf-884938130f09" providerId="ADAL" clId="{01CC0027-5E70-433F-BB0E-AFA39F8BAA5A}" dt="2023-10-17T06:30:43.206" v="4112" actId="1582"/>
        <pc:sldMkLst>
          <pc:docMk/>
          <pc:sldMk cId="1489060775" sldId="263"/>
        </pc:sldMkLst>
        <pc:spChg chg="mod">
          <ac:chgData name="Chen, Simon (SRDC PD)" userId="c4c7849d-5904-43d8-b8bf-884938130f09" providerId="ADAL" clId="{01CC0027-5E70-433F-BB0E-AFA39F8BAA5A}" dt="2023-09-23T07:32:14.193" v="1150" actId="20577"/>
          <ac:spMkLst>
            <pc:docMk/>
            <pc:sldMk cId="1489060775" sldId="263"/>
            <ac:spMk id="2" creationId="{28EFE715-DC30-0A63-0C16-90B90D3DE9C0}"/>
          </ac:spMkLst>
        </pc:spChg>
        <pc:spChg chg="del mod">
          <ac:chgData name="Chen, Simon (SRDC PD)" userId="c4c7849d-5904-43d8-b8bf-884938130f09" providerId="ADAL" clId="{01CC0027-5E70-433F-BB0E-AFA39F8BAA5A}" dt="2023-09-24T01:01:19.010" v="1172" actId="478"/>
          <ac:spMkLst>
            <pc:docMk/>
            <pc:sldMk cId="1489060775" sldId="263"/>
            <ac:spMk id="5" creationId="{727583B2-CCF5-AACA-88F8-91BB0F79083B}"/>
          </ac:spMkLst>
        </pc:spChg>
        <pc:spChg chg="mod">
          <ac:chgData name="Chen, Simon (SRDC PD)" userId="c4c7849d-5904-43d8-b8bf-884938130f09" providerId="ADAL" clId="{01CC0027-5E70-433F-BB0E-AFA39F8BAA5A}" dt="2023-09-24T00:56:07.961" v="1154"/>
          <ac:spMkLst>
            <pc:docMk/>
            <pc:sldMk cId="1489060775" sldId="263"/>
            <ac:spMk id="6" creationId="{811D2237-1BD7-4992-670F-B7B5DCADD614}"/>
          </ac:spMkLst>
        </pc:spChg>
        <pc:picChg chg="add mod modCrop">
          <ac:chgData name="Chen, Simon (SRDC PD)" userId="c4c7849d-5904-43d8-b8bf-884938130f09" providerId="ADAL" clId="{01CC0027-5E70-433F-BB0E-AFA39F8BAA5A}" dt="2023-10-17T06:29:50.266" v="4106" actId="732"/>
          <ac:picMkLst>
            <pc:docMk/>
            <pc:sldMk cId="1489060775" sldId="263"/>
            <ac:picMk id="3" creationId="{66E4BBB5-8AEF-9E76-9FF6-52761719B6A0}"/>
          </ac:picMkLst>
        </pc:picChg>
        <pc:picChg chg="add mod">
          <ac:chgData name="Chen, Simon (SRDC PD)" userId="c4c7849d-5904-43d8-b8bf-884938130f09" providerId="ADAL" clId="{01CC0027-5E70-433F-BB0E-AFA39F8BAA5A}" dt="2023-10-17T06:30:43.206" v="4112" actId="1582"/>
          <ac:picMkLst>
            <pc:docMk/>
            <pc:sldMk cId="1489060775" sldId="263"/>
            <ac:picMk id="5" creationId="{F3E9FC49-AC17-DED7-712E-D8D6D611258A}"/>
          </ac:picMkLst>
        </pc:picChg>
      </pc:sldChg>
      <pc:sldChg chg="delSp modSp add mod">
        <pc:chgData name="Chen, Simon (SRDC PD)" userId="c4c7849d-5904-43d8-b8bf-884938130f09" providerId="ADAL" clId="{01CC0027-5E70-433F-BB0E-AFA39F8BAA5A}" dt="2023-09-27T00:18:05.345" v="1583" actId="20577"/>
        <pc:sldMkLst>
          <pc:docMk/>
          <pc:sldMk cId="2903096030" sldId="264"/>
        </pc:sldMkLst>
        <pc:spChg chg="mod">
          <ac:chgData name="Chen, Simon (SRDC PD)" userId="c4c7849d-5904-43d8-b8bf-884938130f09" providerId="ADAL" clId="{01CC0027-5E70-433F-BB0E-AFA39F8BAA5A}" dt="2023-09-27T00:17:56.643" v="1580" actId="20577"/>
          <ac:spMkLst>
            <pc:docMk/>
            <pc:sldMk cId="2903096030" sldId="264"/>
            <ac:spMk id="2" creationId="{28EFE715-DC30-0A63-0C16-90B90D3DE9C0}"/>
          </ac:spMkLst>
        </pc:spChg>
        <pc:spChg chg="mod">
          <ac:chgData name="Chen, Simon (SRDC PD)" userId="c4c7849d-5904-43d8-b8bf-884938130f09" providerId="ADAL" clId="{01CC0027-5E70-433F-BB0E-AFA39F8BAA5A}" dt="2023-09-27T00:18:05.345" v="1583" actId="20577"/>
          <ac:spMkLst>
            <pc:docMk/>
            <pc:sldMk cId="2903096030" sldId="264"/>
            <ac:spMk id="6" creationId="{811D2237-1BD7-4992-670F-B7B5DCADD614}"/>
          </ac:spMkLst>
        </pc:spChg>
        <pc:picChg chg="del mod">
          <ac:chgData name="Chen, Simon (SRDC PD)" userId="c4c7849d-5904-43d8-b8bf-884938130f09" providerId="ADAL" clId="{01CC0027-5E70-433F-BB0E-AFA39F8BAA5A}" dt="2023-09-27T00:17:59.046" v="1581" actId="478"/>
          <ac:picMkLst>
            <pc:docMk/>
            <pc:sldMk cId="2903096030" sldId="264"/>
            <ac:picMk id="4" creationId="{649D5ADA-CBD9-8DCF-D2E2-C05F90A944CD}"/>
          </ac:picMkLst>
        </pc:picChg>
      </pc:sldChg>
      <pc:sldChg chg="addSp delSp modSp add mod">
        <pc:chgData name="Chen, Simon (SRDC PD)" userId="c4c7849d-5904-43d8-b8bf-884938130f09" providerId="ADAL" clId="{01CC0027-5E70-433F-BB0E-AFA39F8BAA5A}" dt="2023-10-17T06:17:32.160" v="3615" actId="21"/>
        <pc:sldMkLst>
          <pc:docMk/>
          <pc:sldMk cId="2519479524" sldId="265"/>
        </pc:sldMkLst>
        <pc:spChg chg="mod">
          <ac:chgData name="Chen, Simon (SRDC PD)" userId="c4c7849d-5904-43d8-b8bf-884938130f09" providerId="ADAL" clId="{01CC0027-5E70-433F-BB0E-AFA39F8BAA5A}" dt="2023-10-17T06:17:32.160" v="3615" actId="21"/>
          <ac:spMkLst>
            <pc:docMk/>
            <pc:sldMk cId="2519479524" sldId="265"/>
            <ac:spMk id="2" creationId="{28EFE715-DC30-0A63-0C16-90B90D3DE9C0}"/>
          </ac:spMkLst>
        </pc:spChg>
        <pc:spChg chg="mod">
          <ac:chgData name="Chen, Simon (SRDC PD)" userId="c4c7849d-5904-43d8-b8bf-884938130f09" providerId="ADAL" clId="{01CC0027-5E70-433F-BB0E-AFA39F8BAA5A}" dt="2023-10-05T01:40:56.775" v="2050" actId="20577"/>
          <ac:spMkLst>
            <pc:docMk/>
            <pc:sldMk cId="2519479524" sldId="265"/>
            <ac:spMk id="6" creationId="{811D2237-1BD7-4992-670F-B7B5DCADD614}"/>
          </ac:spMkLst>
        </pc:spChg>
        <pc:picChg chg="add del mod">
          <ac:chgData name="Chen, Simon (SRDC PD)" userId="c4c7849d-5904-43d8-b8bf-884938130f09" providerId="ADAL" clId="{01CC0027-5E70-433F-BB0E-AFA39F8BAA5A}" dt="2023-10-17T06:17:28.799" v="3614" actId="478"/>
          <ac:picMkLst>
            <pc:docMk/>
            <pc:sldMk cId="2519479524" sldId="265"/>
            <ac:picMk id="4" creationId="{2F02FAC6-9B99-E139-6856-0D04070F4659}"/>
          </ac:picMkLst>
        </pc:picChg>
        <pc:picChg chg="del mod">
          <ac:chgData name="Chen, Simon (SRDC PD)" userId="c4c7849d-5904-43d8-b8bf-884938130f09" providerId="ADAL" clId="{01CC0027-5E70-433F-BB0E-AFA39F8BAA5A}" dt="2023-10-05T01:32:13.064" v="1601" actId="478"/>
          <ac:picMkLst>
            <pc:docMk/>
            <pc:sldMk cId="2519479524" sldId="265"/>
            <ac:picMk id="4" creationId="{649D5ADA-CBD9-8DCF-D2E2-C05F90A944CD}"/>
          </ac:picMkLst>
        </pc:picChg>
      </pc:sldChg>
      <pc:sldChg chg="addSp modSp add del mod">
        <pc:chgData name="Chen, Simon (SRDC PD)" userId="c4c7849d-5904-43d8-b8bf-884938130f09" providerId="ADAL" clId="{01CC0027-5E70-433F-BB0E-AFA39F8BAA5A}" dt="2023-10-08T08:51:55.055" v="2866" actId="47"/>
        <pc:sldMkLst>
          <pc:docMk/>
          <pc:sldMk cId="1274309956" sldId="266"/>
        </pc:sldMkLst>
        <pc:spChg chg="mod">
          <ac:chgData name="Chen, Simon (SRDC PD)" userId="c4c7849d-5904-43d8-b8bf-884938130f09" providerId="ADAL" clId="{01CC0027-5E70-433F-BB0E-AFA39F8BAA5A}" dt="2023-10-08T07:55:57.806" v="2583" actId="20577"/>
          <ac:spMkLst>
            <pc:docMk/>
            <pc:sldMk cId="1274309956" sldId="266"/>
            <ac:spMk id="2" creationId="{28EFE715-DC30-0A63-0C16-90B90D3DE9C0}"/>
          </ac:spMkLst>
        </pc:spChg>
        <pc:picChg chg="add mod">
          <ac:chgData name="Chen, Simon (SRDC PD)" userId="c4c7849d-5904-43d8-b8bf-884938130f09" providerId="ADAL" clId="{01CC0027-5E70-433F-BB0E-AFA39F8BAA5A}" dt="2023-10-08T07:56:35.618" v="2587" actId="1076"/>
          <ac:picMkLst>
            <pc:docMk/>
            <pc:sldMk cId="1274309956" sldId="266"/>
            <ac:picMk id="4" creationId="{9AEF2FCA-C3B2-6EE6-C429-2AE602F98E11}"/>
          </ac:picMkLst>
        </pc:picChg>
      </pc:sldChg>
      <pc:sldChg chg="addSp delSp modSp add mod">
        <pc:chgData name="Chen, Simon (SRDC PD)" userId="c4c7849d-5904-43d8-b8bf-884938130f09" providerId="ADAL" clId="{01CC0027-5E70-433F-BB0E-AFA39F8BAA5A}" dt="2023-10-08T08:52:37.710" v="2906" actId="20577"/>
        <pc:sldMkLst>
          <pc:docMk/>
          <pc:sldMk cId="182342979" sldId="267"/>
        </pc:sldMkLst>
        <pc:spChg chg="mod">
          <ac:chgData name="Chen, Simon (SRDC PD)" userId="c4c7849d-5904-43d8-b8bf-884938130f09" providerId="ADAL" clId="{01CC0027-5E70-433F-BB0E-AFA39F8BAA5A}" dt="2023-10-08T08:52:06.300" v="2868" actId="14100"/>
          <ac:spMkLst>
            <pc:docMk/>
            <pc:sldMk cId="182342979" sldId="267"/>
            <ac:spMk id="2" creationId="{28EFE715-DC30-0A63-0C16-90B90D3DE9C0}"/>
          </ac:spMkLst>
        </pc:spChg>
        <pc:spChg chg="add mod">
          <ac:chgData name="Chen, Simon (SRDC PD)" userId="c4c7849d-5904-43d8-b8bf-884938130f09" providerId="ADAL" clId="{01CC0027-5E70-433F-BB0E-AFA39F8BAA5A}" dt="2023-10-08T08:51:33.682" v="2864" actId="1076"/>
          <ac:spMkLst>
            <pc:docMk/>
            <pc:sldMk cId="182342979" sldId="267"/>
            <ac:spMk id="5" creationId="{77E3FFA0-DD02-27E8-B930-516456CFC68C}"/>
          </ac:spMkLst>
        </pc:spChg>
        <pc:spChg chg="mod">
          <ac:chgData name="Chen, Simon (SRDC PD)" userId="c4c7849d-5904-43d8-b8bf-884938130f09" providerId="ADAL" clId="{01CC0027-5E70-433F-BB0E-AFA39F8BAA5A}" dt="2023-10-08T08:51:52.519" v="2865"/>
          <ac:spMkLst>
            <pc:docMk/>
            <pc:sldMk cId="182342979" sldId="267"/>
            <ac:spMk id="6" creationId="{811D2237-1BD7-4992-670F-B7B5DCADD614}"/>
          </ac:spMkLst>
        </pc:spChg>
        <pc:spChg chg="add mod">
          <ac:chgData name="Chen, Simon (SRDC PD)" userId="c4c7849d-5904-43d8-b8bf-884938130f09" providerId="ADAL" clId="{01CC0027-5E70-433F-BB0E-AFA39F8BAA5A}" dt="2023-10-08T08:51:12.903" v="2862" actId="1076"/>
          <ac:spMkLst>
            <pc:docMk/>
            <pc:sldMk cId="182342979" sldId="267"/>
            <ac:spMk id="7" creationId="{EB1DDD7C-DAA4-FD16-9E56-67490309E2D1}"/>
          </ac:spMkLst>
        </pc:spChg>
        <pc:spChg chg="add mod">
          <ac:chgData name="Chen, Simon (SRDC PD)" userId="c4c7849d-5904-43d8-b8bf-884938130f09" providerId="ADAL" clId="{01CC0027-5E70-433F-BB0E-AFA39F8BAA5A}" dt="2023-10-08T08:52:02.641" v="2867" actId="1076"/>
          <ac:spMkLst>
            <pc:docMk/>
            <pc:sldMk cId="182342979" sldId="267"/>
            <ac:spMk id="8" creationId="{452D9F26-6357-7E0A-1804-CC8FD3F4B78B}"/>
          </ac:spMkLst>
        </pc:spChg>
        <pc:spChg chg="add mod">
          <ac:chgData name="Chen, Simon (SRDC PD)" userId="c4c7849d-5904-43d8-b8bf-884938130f09" providerId="ADAL" clId="{01CC0027-5E70-433F-BB0E-AFA39F8BAA5A}" dt="2023-10-08T08:52:22.140" v="2884" actId="1076"/>
          <ac:spMkLst>
            <pc:docMk/>
            <pc:sldMk cId="182342979" sldId="267"/>
            <ac:spMk id="9" creationId="{EA7C6566-9F39-0388-95EF-8F8726C093C9}"/>
          </ac:spMkLst>
        </pc:spChg>
        <pc:spChg chg="add mod">
          <ac:chgData name="Chen, Simon (SRDC PD)" userId="c4c7849d-5904-43d8-b8bf-884938130f09" providerId="ADAL" clId="{01CC0027-5E70-433F-BB0E-AFA39F8BAA5A}" dt="2023-10-08T08:52:37.710" v="2906" actId="20577"/>
          <ac:spMkLst>
            <pc:docMk/>
            <pc:sldMk cId="182342979" sldId="267"/>
            <ac:spMk id="10" creationId="{514B56CC-A0EC-AE4E-7E14-C1D4799D19A4}"/>
          </ac:spMkLst>
        </pc:spChg>
        <pc:picChg chg="del">
          <ac:chgData name="Chen, Simon (SRDC PD)" userId="c4c7849d-5904-43d8-b8bf-884938130f09" providerId="ADAL" clId="{01CC0027-5E70-433F-BB0E-AFA39F8BAA5A}" dt="2023-10-08T08:45:11.734" v="2600" actId="478"/>
          <ac:picMkLst>
            <pc:docMk/>
            <pc:sldMk cId="182342979" sldId="267"/>
            <ac:picMk id="4" creationId="{9AEF2FCA-C3B2-6EE6-C429-2AE602F98E11}"/>
          </ac:picMkLst>
        </pc:picChg>
      </pc:sldChg>
      <pc:sldChg chg="addSp delSp modSp add mod">
        <pc:chgData name="Chen, Simon (SRDC PD)" userId="c4c7849d-5904-43d8-b8bf-884938130f09" providerId="ADAL" clId="{01CC0027-5E70-433F-BB0E-AFA39F8BAA5A}" dt="2023-10-10T07:42:27.569" v="2985" actId="20577"/>
        <pc:sldMkLst>
          <pc:docMk/>
          <pc:sldMk cId="7265354" sldId="268"/>
        </pc:sldMkLst>
        <pc:spChg chg="mod">
          <ac:chgData name="Chen, Simon (SRDC PD)" userId="c4c7849d-5904-43d8-b8bf-884938130f09" providerId="ADAL" clId="{01CC0027-5E70-433F-BB0E-AFA39F8BAA5A}" dt="2023-10-10T07:42:27.569" v="2985" actId="20577"/>
          <ac:spMkLst>
            <pc:docMk/>
            <pc:sldMk cId="7265354" sldId="268"/>
            <ac:spMk id="2" creationId="{28EFE715-DC30-0A63-0C16-90B90D3DE9C0}"/>
          </ac:spMkLst>
        </pc:spChg>
        <pc:spChg chg="add del">
          <ac:chgData name="Chen, Simon (SRDC PD)" userId="c4c7849d-5904-43d8-b8bf-884938130f09" providerId="ADAL" clId="{01CC0027-5E70-433F-BB0E-AFA39F8BAA5A}" dt="2023-10-10T07:40:16.708" v="2964"/>
          <ac:spMkLst>
            <pc:docMk/>
            <pc:sldMk cId="7265354" sldId="268"/>
            <ac:spMk id="3" creationId="{B6501E38-CEE6-6A79-6032-F93E53524826}"/>
          </ac:spMkLst>
        </pc:spChg>
      </pc:sldChg>
      <pc:sldChg chg="new del">
        <pc:chgData name="Chen, Simon (SRDC PD)" userId="c4c7849d-5904-43d8-b8bf-884938130f09" providerId="ADAL" clId="{01CC0027-5E70-433F-BB0E-AFA39F8BAA5A}" dt="2023-10-10T08:02:19.124" v="2987" actId="680"/>
        <pc:sldMkLst>
          <pc:docMk/>
          <pc:sldMk cId="2880825817" sldId="269"/>
        </pc:sldMkLst>
      </pc:sldChg>
      <pc:sldChg chg="addSp delSp modSp new mod">
        <pc:chgData name="Chen, Simon (SRDC PD)" userId="c4c7849d-5904-43d8-b8bf-884938130f09" providerId="ADAL" clId="{01CC0027-5E70-433F-BB0E-AFA39F8BAA5A}" dt="2023-10-10T08:09:57.896" v="3336"/>
        <pc:sldMkLst>
          <pc:docMk/>
          <pc:sldMk cId="3265265514" sldId="269"/>
        </pc:sldMkLst>
        <pc:spChg chg="del">
          <ac:chgData name="Chen, Simon (SRDC PD)" userId="c4c7849d-5904-43d8-b8bf-884938130f09" providerId="ADAL" clId="{01CC0027-5E70-433F-BB0E-AFA39F8BAA5A}" dt="2023-10-10T08:02:34.412" v="2991" actId="478"/>
          <ac:spMkLst>
            <pc:docMk/>
            <pc:sldMk cId="3265265514" sldId="269"/>
            <ac:spMk id="2" creationId="{CA6F0F06-A5F7-9BDC-A19F-2163453C2B76}"/>
          </ac:spMkLst>
        </pc:spChg>
        <pc:spChg chg="del">
          <ac:chgData name="Chen, Simon (SRDC PD)" userId="c4c7849d-5904-43d8-b8bf-884938130f09" providerId="ADAL" clId="{01CC0027-5E70-433F-BB0E-AFA39F8BAA5A}" dt="2023-10-10T08:02:36.271" v="2992" actId="478"/>
          <ac:spMkLst>
            <pc:docMk/>
            <pc:sldMk cId="3265265514" sldId="269"/>
            <ac:spMk id="3" creationId="{B513A980-F2B8-CBC6-9C5E-1736A106EE57}"/>
          </ac:spMkLst>
        </pc:spChg>
        <pc:spChg chg="add mod">
          <ac:chgData name="Chen, Simon (SRDC PD)" userId="c4c7849d-5904-43d8-b8bf-884938130f09" providerId="ADAL" clId="{01CC0027-5E70-433F-BB0E-AFA39F8BAA5A}" dt="2023-10-10T08:09:57.896" v="3336"/>
          <ac:spMkLst>
            <pc:docMk/>
            <pc:sldMk cId="3265265514" sldId="269"/>
            <ac:spMk id="4" creationId="{9C7CCB69-27FB-82A6-FAB2-AAAB5BF7BE58}"/>
          </ac:spMkLst>
        </pc:spChg>
        <pc:spChg chg="add mod">
          <ac:chgData name="Chen, Simon (SRDC PD)" userId="c4c7849d-5904-43d8-b8bf-884938130f09" providerId="ADAL" clId="{01CC0027-5E70-433F-BB0E-AFA39F8BAA5A}" dt="2023-10-10T08:07:43.812" v="3279" actId="693"/>
          <ac:spMkLst>
            <pc:docMk/>
            <pc:sldMk cId="3265265514" sldId="269"/>
            <ac:spMk id="6" creationId="{23B118C1-A09D-8BDA-76F5-19FBC74C0583}"/>
          </ac:spMkLst>
        </pc:spChg>
        <pc:spChg chg="add mod">
          <ac:chgData name="Chen, Simon (SRDC PD)" userId="c4c7849d-5904-43d8-b8bf-884938130f09" providerId="ADAL" clId="{01CC0027-5E70-433F-BB0E-AFA39F8BAA5A}" dt="2023-10-10T08:08:54.240" v="3315" actId="20577"/>
          <ac:spMkLst>
            <pc:docMk/>
            <pc:sldMk cId="3265265514" sldId="269"/>
            <ac:spMk id="7" creationId="{89A61D5B-0276-CAAE-2E0D-C49C0932F1D4}"/>
          </ac:spMkLst>
        </pc:spChg>
        <pc:spChg chg="add mod">
          <ac:chgData name="Chen, Simon (SRDC PD)" userId="c4c7849d-5904-43d8-b8bf-884938130f09" providerId="ADAL" clId="{01CC0027-5E70-433F-BB0E-AFA39F8BAA5A}" dt="2023-10-10T08:07:51.546" v="3282" actId="14100"/>
          <ac:spMkLst>
            <pc:docMk/>
            <pc:sldMk cId="3265265514" sldId="269"/>
            <ac:spMk id="9" creationId="{912E183F-0663-08A4-BFF5-C382F11E9D9F}"/>
          </ac:spMkLst>
        </pc:spChg>
        <pc:picChg chg="add mod">
          <ac:chgData name="Chen, Simon (SRDC PD)" userId="c4c7849d-5904-43d8-b8bf-884938130f09" providerId="ADAL" clId="{01CC0027-5E70-433F-BB0E-AFA39F8BAA5A}" dt="2023-10-10T08:09:04.917" v="3317" actId="1076"/>
          <ac:picMkLst>
            <pc:docMk/>
            <pc:sldMk cId="3265265514" sldId="269"/>
            <ac:picMk id="11" creationId="{9EAADED7-4F69-1745-B1EF-FE6E6BA142BF}"/>
          </ac:picMkLst>
        </pc:picChg>
      </pc:sldChg>
      <pc:sldChg chg="addSp delSp modSp add mod">
        <pc:chgData name="Chen, Simon (SRDC PD)" userId="c4c7849d-5904-43d8-b8bf-884938130f09" providerId="ADAL" clId="{01CC0027-5E70-433F-BB0E-AFA39F8BAA5A}" dt="2023-10-10T08:16:06.768" v="3477" actId="1076"/>
        <pc:sldMkLst>
          <pc:docMk/>
          <pc:sldMk cId="4263465988" sldId="270"/>
        </pc:sldMkLst>
        <pc:spChg chg="mod">
          <ac:chgData name="Chen, Simon (SRDC PD)" userId="c4c7849d-5904-43d8-b8bf-884938130f09" providerId="ADAL" clId="{01CC0027-5E70-433F-BB0E-AFA39F8BAA5A}" dt="2023-10-10T08:11:42.975" v="3359" actId="14100"/>
          <ac:spMkLst>
            <pc:docMk/>
            <pc:sldMk cId="4263465988" sldId="270"/>
            <ac:spMk id="4" creationId="{9C7CCB69-27FB-82A6-FAB2-AAAB5BF7BE58}"/>
          </ac:spMkLst>
        </pc:spChg>
        <pc:spChg chg="del">
          <ac:chgData name="Chen, Simon (SRDC PD)" userId="c4c7849d-5904-43d8-b8bf-884938130f09" providerId="ADAL" clId="{01CC0027-5E70-433F-BB0E-AFA39F8BAA5A}" dt="2023-10-10T08:09:31.458" v="3332" actId="478"/>
          <ac:spMkLst>
            <pc:docMk/>
            <pc:sldMk cId="4263465988" sldId="270"/>
            <ac:spMk id="6" creationId="{23B118C1-A09D-8BDA-76F5-19FBC74C0583}"/>
          </ac:spMkLst>
        </pc:spChg>
        <pc:spChg chg="mod">
          <ac:chgData name="Chen, Simon (SRDC PD)" userId="c4c7849d-5904-43d8-b8bf-884938130f09" providerId="ADAL" clId="{01CC0027-5E70-433F-BB0E-AFA39F8BAA5A}" dt="2023-10-10T08:14:54.760" v="3469" actId="20577"/>
          <ac:spMkLst>
            <pc:docMk/>
            <pc:sldMk cId="4263465988" sldId="270"/>
            <ac:spMk id="7" creationId="{89A61D5B-0276-CAAE-2E0D-C49C0932F1D4}"/>
          </ac:spMkLst>
        </pc:spChg>
        <pc:spChg chg="del">
          <ac:chgData name="Chen, Simon (SRDC PD)" userId="c4c7849d-5904-43d8-b8bf-884938130f09" providerId="ADAL" clId="{01CC0027-5E70-433F-BB0E-AFA39F8BAA5A}" dt="2023-10-10T08:09:32.855" v="3333" actId="478"/>
          <ac:spMkLst>
            <pc:docMk/>
            <pc:sldMk cId="4263465988" sldId="270"/>
            <ac:spMk id="9" creationId="{912E183F-0663-08A4-BFF5-C382F11E9D9F}"/>
          </ac:spMkLst>
        </pc:spChg>
        <pc:spChg chg="add mod">
          <ac:chgData name="Chen, Simon (SRDC PD)" userId="c4c7849d-5904-43d8-b8bf-884938130f09" providerId="ADAL" clId="{01CC0027-5E70-433F-BB0E-AFA39F8BAA5A}" dt="2023-10-10T08:16:00.124" v="3474" actId="164"/>
          <ac:spMkLst>
            <pc:docMk/>
            <pc:sldMk cId="4263465988" sldId="270"/>
            <ac:spMk id="10" creationId="{EF48A41A-70CC-3279-EAEE-73291057581F}"/>
          </ac:spMkLst>
        </pc:spChg>
        <pc:grpChg chg="add mod">
          <ac:chgData name="Chen, Simon (SRDC PD)" userId="c4c7849d-5904-43d8-b8bf-884938130f09" providerId="ADAL" clId="{01CC0027-5E70-433F-BB0E-AFA39F8BAA5A}" dt="2023-10-10T08:16:06.768" v="3477" actId="1076"/>
          <ac:grpSpMkLst>
            <pc:docMk/>
            <pc:sldMk cId="4263465988" sldId="270"/>
            <ac:grpSpMk id="12" creationId="{213CE161-7308-221F-FC9D-E9062AEC656C}"/>
          </ac:grpSpMkLst>
        </pc:grpChg>
        <pc:picChg chg="add mod">
          <ac:chgData name="Chen, Simon (SRDC PD)" userId="c4c7849d-5904-43d8-b8bf-884938130f09" providerId="ADAL" clId="{01CC0027-5E70-433F-BB0E-AFA39F8BAA5A}" dt="2023-10-10T08:13:20.186" v="3402" actId="1076"/>
          <ac:picMkLst>
            <pc:docMk/>
            <pc:sldMk cId="4263465988" sldId="270"/>
            <ac:picMk id="3" creationId="{B44ECF84-B098-BF44-DA5A-B6DF85A387D1}"/>
          </ac:picMkLst>
        </pc:picChg>
        <pc:picChg chg="add mod">
          <ac:chgData name="Chen, Simon (SRDC PD)" userId="c4c7849d-5904-43d8-b8bf-884938130f09" providerId="ADAL" clId="{01CC0027-5E70-433F-BB0E-AFA39F8BAA5A}" dt="2023-10-10T08:16:00.124" v="3474" actId="164"/>
          <ac:picMkLst>
            <pc:docMk/>
            <pc:sldMk cId="4263465988" sldId="270"/>
            <ac:picMk id="8" creationId="{47454351-638B-6EB1-A0F5-699AC0C619EA}"/>
          </ac:picMkLst>
        </pc:picChg>
        <pc:picChg chg="del">
          <ac:chgData name="Chen, Simon (SRDC PD)" userId="c4c7849d-5904-43d8-b8bf-884938130f09" providerId="ADAL" clId="{01CC0027-5E70-433F-BB0E-AFA39F8BAA5A}" dt="2023-10-10T08:09:39.370" v="3334" actId="478"/>
          <ac:picMkLst>
            <pc:docMk/>
            <pc:sldMk cId="4263465988" sldId="270"/>
            <ac:picMk id="11" creationId="{9EAADED7-4F69-1745-B1EF-FE6E6BA142BF}"/>
          </ac:picMkLst>
        </pc:picChg>
      </pc:sldChg>
      <pc:sldChg chg="addSp delSp modSp add mod">
        <pc:chgData name="Chen, Simon (SRDC PD)" userId="c4c7849d-5904-43d8-b8bf-884938130f09" providerId="ADAL" clId="{01CC0027-5E70-433F-BB0E-AFA39F8BAA5A}" dt="2023-10-10T08:17:55.731" v="3541" actId="20577"/>
        <pc:sldMkLst>
          <pc:docMk/>
          <pc:sldMk cId="3422692544" sldId="271"/>
        </pc:sldMkLst>
        <pc:spChg chg="mod">
          <ac:chgData name="Chen, Simon (SRDC PD)" userId="c4c7849d-5904-43d8-b8bf-884938130f09" providerId="ADAL" clId="{01CC0027-5E70-433F-BB0E-AFA39F8BAA5A}" dt="2023-10-10T08:17:55.731" v="3541" actId="20577"/>
          <ac:spMkLst>
            <pc:docMk/>
            <pc:sldMk cId="3422692544" sldId="271"/>
            <ac:spMk id="7" creationId="{89A61D5B-0276-CAAE-2E0D-C49C0932F1D4}"/>
          </ac:spMkLst>
        </pc:spChg>
        <pc:grpChg chg="del">
          <ac:chgData name="Chen, Simon (SRDC PD)" userId="c4c7849d-5904-43d8-b8bf-884938130f09" providerId="ADAL" clId="{01CC0027-5E70-433F-BB0E-AFA39F8BAA5A}" dt="2023-10-10T08:16:16.369" v="3479" actId="478"/>
          <ac:grpSpMkLst>
            <pc:docMk/>
            <pc:sldMk cId="3422692544" sldId="271"/>
            <ac:grpSpMk id="12" creationId="{213CE161-7308-221F-FC9D-E9062AEC656C}"/>
          </ac:grpSpMkLst>
        </pc:grpChg>
        <pc:picChg chg="del">
          <ac:chgData name="Chen, Simon (SRDC PD)" userId="c4c7849d-5904-43d8-b8bf-884938130f09" providerId="ADAL" clId="{01CC0027-5E70-433F-BB0E-AFA39F8BAA5A}" dt="2023-10-10T08:16:17.193" v="3480" actId="478"/>
          <ac:picMkLst>
            <pc:docMk/>
            <pc:sldMk cId="3422692544" sldId="271"/>
            <ac:picMk id="3" creationId="{B44ECF84-B098-BF44-DA5A-B6DF85A387D1}"/>
          </ac:picMkLst>
        </pc:picChg>
        <pc:picChg chg="add mod">
          <ac:chgData name="Chen, Simon (SRDC PD)" userId="c4c7849d-5904-43d8-b8bf-884938130f09" providerId="ADAL" clId="{01CC0027-5E70-433F-BB0E-AFA39F8BAA5A}" dt="2023-10-10T08:17:27.400" v="3499" actId="1076"/>
          <ac:picMkLst>
            <pc:docMk/>
            <pc:sldMk cId="3422692544" sldId="271"/>
            <ac:picMk id="5" creationId="{8039ADC4-882D-6ACC-8F19-5D809B6F5540}"/>
          </ac:picMkLst>
        </pc:picChg>
        <pc:picChg chg="add mod">
          <ac:chgData name="Chen, Simon (SRDC PD)" userId="c4c7849d-5904-43d8-b8bf-884938130f09" providerId="ADAL" clId="{01CC0027-5E70-433F-BB0E-AFA39F8BAA5A}" dt="2023-10-10T08:17:24.630" v="3497" actId="1076"/>
          <ac:picMkLst>
            <pc:docMk/>
            <pc:sldMk cId="3422692544" sldId="271"/>
            <ac:picMk id="9" creationId="{54646AA4-5DCF-09C6-9324-613717241C2C}"/>
          </ac:picMkLst>
        </pc:picChg>
      </pc:sldChg>
      <pc:sldChg chg="addSp delSp modSp add mod">
        <pc:chgData name="Chen, Simon (SRDC PD)" userId="c4c7849d-5904-43d8-b8bf-884938130f09" providerId="ADAL" clId="{01CC0027-5E70-433F-BB0E-AFA39F8BAA5A}" dt="2023-10-10T08:20:56.991" v="3595" actId="1076"/>
        <pc:sldMkLst>
          <pc:docMk/>
          <pc:sldMk cId="2499924415" sldId="272"/>
        </pc:sldMkLst>
        <pc:spChg chg="mod">
          <ac:chgData name="Chen, Simon (SRDC PD)" userId="c4c7849d-5904-43d8-b8bf-884938130f09" providerId="ADAL" clId="{01CC0027-5E70-433F-BB0E-AFA39F8BAA5A}" dt="2023-10-10T08:18:36.908" v="3593" actId="20577"/>
          <ac:spMkLst>
            <pc:docMk/>
            <pc:sldMk cId="2499924415" sldId="272"/>
            <ac:spMk id="7" creationId="{89A61D5B-0276-CAAE-2E0D-C49C0932F1D4}"/>
          </ac:spMkLst>
        </pc:spChg>
        <pc:picChg chg="add mod">
          <ac:chgData name="Chen, Simon (SRDC PD)" userId="c4c7849d-5904-43d8-b8bf-884938130f09" providerId="ADAL" clId="{01CC0027-5E70-433F-BB0E-AFA39F8BAA5A}" dt="2023-10-10T08:18:20.226" v="3547" actId="1076"/>
          <ac:picMkLst>
            <pc:docMk/>
            <pc:sldMk cId="2499924415" sldId="272"/>
            <ac:picMk id="3" creationId="{6FD5F23E-2A02-6FFA-1F06-46D63D2819F2}"/>
          </ac:picMkLst>
        </pc:picChg>
        <pc:picChg chg="del">
          <ac:chgData name="Chen, Simon (SRDC PD)" userId="c4c7849d-5904-43d8-b8bf-884938130f09" providerId="ADAL" clId="{01CC0027-5E70-433F-BB0E-AFA39F8BAA5A}" dt="2023-10-10T08:18:04.610" v="3544" actId="478"/>
          <ac:picMkLst>
            <pc:docMk/>
            <pc:sldMk cId="2499924415" sldId="272"/>
            <ac:picMk id="5" creationId="{8039ADC4-882D-6ACC-8F19-5D809B6F5540}"/>
          </ac:picMkLst>
        </pc:picChg>
        <pc:picChg chg="del">
          <ac:chgData name="Chen, Simon (SRDC PD)" userId="c4c7849d-5904-43d8-b8bf-884938130f09" providerId="ADAL" clId="{01CC0027-5E70-433F-BB0E-AFA39F8BAA5A}" dt="2023-10-10T08:18:02.197" v="3543" actId="478"/>
          <ac:picMkLst>
            <pc:docMk/>
            <pc:sldMk cId="2499924415" sldId="272"/>
            <ac:picMk id="9" creationId="{54646AA4-5DCF-09C6-9324-613717241C2C}"/>
          </ac:picMkLst>
        </pc:picChg>
        <pc:picChg chg="add mod">
          <ac:chgData name="Chen, Simon (SRDC PD)" userId="c4c7849d-5904-43d8-b8bf-884938130f09" providerId="ADAL" clId="{01CC0027-5E70-433F-BB0E-AFA39F8BAA5A}" dt="2023-10-10T08:20:56.991" v="3595" actId="1076"/>
          <ac:picMkLst>
            <pc:docMk/>
            <pc:sldMk cId="2499924415" sldId="272"/>
            <ac:picMk id="1026" creationId="{74DDD8AD-C3A1-49CD-2E5E-4BF960DD1B12}"/>
          </ac:picMkLst>
        </pc:picChg>
      </pc:sldChg>
      <pc:sldChg chg="addSp delSp modSp add mod">
        <pc:chgData name="Chen, Simon (SRDC PD)" userId="c4c7849d-5904-43d8-b8bf-884938130f09" providerId="ADAL" clId="{01CC0027-5E70-433F-BB0E-AFA39F8BAA5A}" dt="2023-10-17T06:22:31.588" v="3723"/>
        <pc:sldMkLst>
          <pc:docMk/>
          <pc:sldMk cId="170024595" sldId="273"/>
        </pc:sldMkLst>
        <pc:spChg chg="add del mod">
          <ac:chgData name="Chen, Simon (SRDC PD)" userId="c4c7849d-5904-43d8-b8bf-884938130f09" providerId="ADAL" clId="{01CC0027-5E70-433F-BB0E-AFA39F8BAA5A}" dt="2023-10-17T06:22:28.412" v="3721" actId="478"/>
          <ac:spMkLst>
            <pc:docMk/>
            <pc:sldMk cId="170024595" sldId="273"/>
            <ac:spMk id="4" creationId="{AECF9982-19B3-6E39-91B6-29067E7FD087}"/>
          </ac:spMkLst>
        </pc:spChg>
        <pc:spChg chg="add mod">
          <ac:chgData name="Chen, Simon (SRDC PD)" userId="c4c7849d-5904-43d8-b8bf-884938130f09" providerId="ADAL" clId="{01CC0027-5E70-433F-BB0E-AFA39F8BAA5A}" dt="2023-10-17T06:22:31.588" v="3723"/>
          <ac:spMkLst>
            <pc:docMk/>
            <pc:sldMk cId="170024595" sldId="273"/>
            <ac:spMk id="5" creationId="{4791AEFE-6946-9741-DB21-A687AED01805}"/>
          </ac:spMkLst>
        </pc:spChg>
        <pc:spChg chg="del">
          <ac:chgData name="Chen, Simon (SRDC PD)" userId="c4c7849d-5904-43d8-b8bf-884938130f09" providerId="ADAL" clId="{01CC0027-5E70-433F-BB0E-AFA39F8BAA5A}" dt="2023-10-17T06:22:30.670" v="3722" actId="478"/>
          <ac:spMkLst>
            <pc:docMk/>
            <pc:sldMk cId="170024595" sldId="273"/>
            <ac:spMk id="6" creationId="{811D2237-1BD7-4992-670F-B7B5DCADD614}"/>
          </ac:spMkLst>
        </pc:spChg>
      </pc:sldChg>
      <pc:sldChg chg="addSp delSp modSp add del mod">
        <pc:chgData name="Chen, Simon (SRDC PD)" userId="c4c7849d-5904-43d8-b8bf-884938130f09" providerId="ADAL" clId="{01CC0027-5E70-433F-BB0E-AFA39F8BAA5A}" dt="2023-10-17T06:22:03.196" v="3718" actId="2696"/>
        <pc:sldMkLst>
          <pc:docMk/>
          <pc:sldMk cId="1751128553" sldId="273"/>
        </pc:sldMkLst>
        <pc:spChg chg="mod">
          <ac:chgData name="Chen, Simon (SRDC PD)" userId="c4c7849d-5904-43d8-b8bf-884938130f09" providerId="ADAL" clId="{01CC0027-5E70-433F-BB0E-AFA39F8BAA5A}" dt="2023-10-17T06:20:18.565" v="3690" actId="20577"/>
          <ac:spMkLst>
            <pc:docMk/>
            <pc:sldMk cId="1751128553" sldId="273"/>
            <ac:spMk id="2" creationId="{28EFE715-DC30-0A63-0C16-90B90D3DE9C0}"/>
          </ac:spMkLst>
        </pc:spChg>
        <pc:picChg chg="add mod">
          <ac:chgData name="Chen, Simon (SRDC PD)" userId="c4c7849d-5904-43d8-b8bf-884938130f09" providerId="ADAL" clId="{01CC0027-5E70-433F-BB0E-AFA39F8BAA5A}" dt="2023-10-17T06:19:40.499" v="3688" actId="1076"/>
          <ac:picMkLst>
            <pc:docMk/>
            <pc:sldMk cId="1751128553" sldId="273"/>
            <ac:picMk id="3" creationId="{B05C0F33-AED0-862E-C2E0-1599ECC00929}"/>
          </ac:picMkLst>
        </pc:picChg>
        <pc:picChg chg="del">
          <ac:chgData name="Chen, Simon (SRDC PD)" userId="c4c7849d-5904-43d8-b8bf-884938130f09" providerId="ADAL" clId="{01CC0027-5E70-433F-BB0E-AFA39F8BAA5A}" dt="2023-10-17T06:17:18.643" v="3612" actId="21"/>
          <ac:picMkLst>
            <pc:docMk/>
            <pc:sldMk cId="1751128553" sldId="273"/>
            <ac:picMk id="4" creationId="{2F02FAC6-9B99-E139-6856-0D04070F4659}"/>
          </ac:picMkLst>
        </pc:picChg>
      </pc:sldChg>
      <pc:sldChg chg="addSp delSp modSp new mod">
        <pc:chgData name="Chen, Simon (SRDC PD)" userId="c4c7849d-5904-43d8-b8bf-884938130f09" providerId="ADAL" clId="{01CC0027-5E70-433F-BB0E-AFA39F8BAA5A}" dt="2023-10-17T06:33:15.043" v="4127" actId="1582"/>
        <pc:sldMkLst>
          <pc:docMk/>
          <pc:sldMk cId="1779515605" sldId="274"/>
        </pc:sldMkLst>
        <pc:spChg chg="del">
          <ac:chgData name="Chen, Simon (SRDC PD)" userId="c4c7849d-5904-43d8-b8bf-884938130f09" providerId="ADAL" clId="{01CC0027-5E70-433F-BB0E-AFA39F8BAA5A}" dt="2023-10-17T06:21:43.204" v="3697" actId="478"/>
          <ac:spMkLst>
            <pc:docMk/>
            <pc:sldMk cId="1779515605" sldId="274"/>
            <ac:spMk id="2" creationId="{9AD1A2D3-84BB-2CA2-0CEB-EC76BF83CC6E}"/>
          </ac:spMkLst>
        </pc:spChg>
        <pc:spChg chg="del">
          <ac:chgData name="Chen, Simon (SRDC PD)" userId="c4c7849d-5904-43d8-b8bf-884938130f09" providerId="ADAL" clId="{01CC0027-5E70-433F-BB0E-AFA39F8BAA5A}" dt="2023-10-17T06:21:44.178" v="3698" actId="478"/>
          <ac:spMkLst>
            <pc:docMk/>
            <pc:sldMk cId="1779515605" sldId="274"/>
            <ac:spMk id="3" creationId="{C17EEC5C-7998-E2BD-EA1A-5274044524D4}"/>
          </ac:spMkLst>
        </pc:spChg>
        <pc:spChg chg="add mod">
          <ac:chgData name="Chen, Simon (SRDC PD)" userId="c4c7849d-5904-43d8-b8bf-884938130f09" providerId="ADAL" clId="{01CC0027-5E70-433F-BB0E-AFA39F8BAA5A}" dt="2023-10-17T06:21:53.974" v="3717" actId="20577"/>
          <ac:spMkLst>
            <pc:docMk/>
            <pc:sldMk cId="1779515605" sldId="274"/>
            <ac:spMk id="4" creationId="{76E4B482-926D-5540-A969-F265AD2607BB}"/>
          </ac:spMkLst>
        </pc:spChg>
        <pc:spChg chg="add mod">
          <ac:chgData name="Chen, Simon (SRDC PD)" userId="c4c7849d-5904-43d8-b8bf-884938130f09" providerId="ADAL" clId="{01CC0027-5E70-433F-BB0E-AFA39F8BAA5A}" dt="2023-10-17T06:26:40.997" v="4082" actId="20577"/>
          <ac:spMkLst>
            <pc:docMk/>
            <pc:sldMk cId="1779515605" sldId="274"/>
            <ac:spMk id="5" creationId="{9403D339-9E00-26D5-4522-E27D2FC7DC08}"/>
          </ac:spMkLst>
        </pc:spChg>
        <pc:picChg chg="add mod modCrop">
          <ac:chgData name="Chen, Simon (SRDC PD)" userId="c4c7849d-5904-43d8-b8bf-884938130f09" providerId="ADAL" clId="{01CC0027-5E70-433F-BB0E-AFA39F8BAA5A}" dt="2023-10-17T06:29:08.284" v="4104" actId="1582"/>
          <ac:picMkLst>
            <pc:docMk/>
            <pc:sldMk cId="1779515605" sldId="274"/>
            <ac:picMk id="7" creationId="{59A6BCC1-59A2-4C5C-22C0-2E0CB1B7B364}"/>
          </ac:picMkLst>
        </pc:picChg>
        <pc:picChg chg="add mod">
          <ac:chgData name="Chen, Simon (SRDC PD)" userId="c4c7849d-5904-43d8-b8bf-884938130f09" providerId="ADAL" clId="{01CC0027-5E70-433F-BB0E-AFA39F8BAA5A}" dt="2023-10-17T06:29:26.079" v="4105" actId="1076"/>
          <ac:picMkLst>
            <pc:docMk/>
            <pc:sldMk cId="1779515605" sldId="274"/>
            <ac:picMk id="9" creationId="{B2AACDE5-E78A-34AC-3364-32788798A51E}"/>
          </ac:picMkLst>
        </pc:picChg>
        <pc:picChg chg="add mod">
          <ac:chgData name="Chen, Simon (SRDC PD)" userId="c4c7849d-5904-43d8-b8bf-884938130f09" providerId="ADAL" clId="{01CC0027-5E70-433F-BB0E-AFA39F8BAA5A}" dt="2023-10-17T06:33:15.043" v="4127" actId="1582"/>
          <ac:picMkLst>
            <pc:docMk/>
            <pc:sldMk cId="1779515605" sldId="274"/>
            <ac:picMk id="11" creationId="{1B0FF455-9414-D926-1A06-48CB4F8807C4}"/>
          </ac:picMkLst>
        </pc:picChg>
      </pc:sldChg>
      <pc:sldChg chg="add del">
        <pc:chgData name="Chen, Simon (SRDC PD)" userId="c4c7849d-5904-43d8-b8bf-884938130f09" providerId="ADAL" clId="{01CC0027-5E70-433F-BB0E-AFA39F8BAA5A}" dt="2023-10-17T07:02:23.706" v="4129"/>
        <pc:sldMkLst>
          <pc:docMk/>
          <pc:sldMk cId="1226162692" sldId="275"/>
        </pc:sldMkLst>
      </pc:sldChg>
      <pc:sldChg chg="add del">
        <pc:chgData name="Chen, Simon (SRDC PD)" userId="c4c7849d-5904-43d8-b8bf-884938130f09" providerId="ADAL" clId="{01CC0027-5E70-433F-BB0E-AFA39F8BAA5A}" dt="2023-10-17T07:02:28.434" v="4133"/>
        <pc:sldMkLst>
          <pc:docMk/>
          <pc:sldMk cId="2418846480" sldId="275"/>
        </pc:sldMkLst>
      </pc:sldChg>
      <pc:sldChg chg="add del">
        <pc:chgData name="Chen, Simon (SRDC PD)" userId="c4c7849d-5904-43d8-b8bf-884938130f09" providerId="ADAL" clId="{01CC0027-5E70-433F-BB0E-AFA39F8BAA5A}" dt="2023-10-17T07:02:28.087" v="4132"/>
        <pc:sldMkLst>
          <pc:docMk/>
          <pc:sldMk cId="3166863874" sldId="276"/>
        </pc:sldMkLst>
      </pc:sldChg>
    </pc:docChg>
  </pc:docChgLst>
  <pc:docChgLst>
    <pc:chgData name="Zhou, Ning" userId="S::zhoun@amd.com::5dc476df-b526-47ca-b9cb-bf964999b413" providerId="AD" clId="Web-{3EE2FEB5-4F21-95CB-F113-6FD6F00B91F9}"/>
    <pc:docChg chg="sldOrd">
      <pc:chgData name="Zhou, Ning" userId="S::zhoun@amd.com::5dc476df-b526-47ca-b9cb-bf964999b413" providerId="AD" clId="Web-{3EE2FEB5-4F21-95CB-F113-6FD6F00B91F9}" dt="2024-09-12T04:09:33.690" v="0"/>
      <pc:docMkLst>
        <pc:docMk/>
      </pc:docMkLst>
      <pc:sldChg chg="ord">
        <pc:chgData name="Zhou, Ning" userId="S::zhoun@amd.com::5dc476df-b526-47ca-b9cb-bf964999b413" providerId="AD" clId="Web-{3EE2FEB5-4F21-95CB-F113-6FD6F00B91F9}" dt="2024-09-12T04:09:33.690" v="0"/>
        <pc:sldMkLst>
          <pc:docMk/>
          <pc:sldMk cId="66356642" sldId="282"/>
        </pc:sldMkLst>
      </pc:sldChg>
    </pc:docChg>
  </pc:docChgLst>
  <pc:docChgLst>
    <pc:chgData name="Chen, Simon (SRDC PD)" userId="c4c7849d-5904-43d8-b8bf-884938130f09" providerId="ADAL" clId="{CE9C293F-78C8-48C2-AE02-3F21C83B7E20}"/>
    <pc:docChg chg="custSel modSld">
      <pc:chgData name="Chen, Simon (SRDC PD)" userId="c4c7849d-5904-43d8-b8bf-884938130f09" providerId="ADAL" clId="{CE9C293F-78C8-48C2-AE02-3F21C83B7E20}" dt="2024-06-27T00:53:56.142" v="142" actId="20577"/>
      <pc:docMkLst>
        <pc:docMk/>
      </pc:docMkLst>
      <pc:sldChg chg="modSp mod">
        <pc:chgData name="Chen, Simon (SRDC PD)" userId="c4c7849d-5904-43d8-b8bf-884938130f09" providerId="ADAL" clId="{CE9C293F-78C8-48C2-AE02-3F21C83B7E20}" dt="2024-06-27T00:53:56.142" v="142" actId="20577"/>
        <pc:sldMkLst>
          <pc:docMk/>
          <pc:sldMk cId="4283699789" sldId="276"/>
        </pc:sldMkLst>
        <pc:graphicFrameChg chg="mod modGraphic">
          <ac:chgData name="Chen, Simon (SRDC PD)" userId="c4c7849d-5904-43d8-b8bf-884938130f09" providerId="ADAL" clId="{CE9C293F-78C8-48C2-AE02-3F21C83B7E20}" dt="2024-06-27T00:53:56.142" v="142" actId="20577"/>
          <ac:graphicFrameMkLst>
            <pc:docMk/>
            <pc:sldMk cId="4283699789" sldId="276"/>
            <ac:graphicFrameMk id="2" creationId="{181E1FB7-8985-C49A-A523-CBE6588793D3}"/>
          </ac:graphicFrameMkLst>
        </pc:graphicFrameChg>
      </pc:sldChg>
    </pc:docChg>
  </pc:docChgLst>
  <pc:docChgLst>
    <pc:chgData name="Li, Weihao" userId="S::weihaoli@amd.com::a4618270-8d50-4f52-a857-c017972a839e" providerId="AD" clId="Web-{CC3DEC3C-0E4A-A6BF-B67E-D051CD46294F}"/>
    <pc:docChg chg="sldOrd">
      <pc:chgData name="Li, Weihao" userId="S::weihaoli@amd.com::a4618270-8d50-4f52-a857-c017972a839e" providerId="AD" clId="Web-{CC3DEC3C-0E4A-A6BF-B67E-D051CD46294F}" dt="2024-09-29T02:35:55.832" v="0"/>
      <pc:docMkLst>
        <pc:docMk/>
      </pc:docMkLst>
      <pc:sldChg chg="ord">
        <pc:chgData name="Li, Weihao" userId="S::weihaoli@amd.com::a4618270-8d50-4f52-a857-c017972a839e" providerId="AD" clId="Web-{CC3DEC3C-0E4A-A6BF-B67E-D051CD46294F}" dt="2024-09-29T02:35:55.832" v="0"/>
        <pc:sldMkLst>
          <pc:docMk/>
          <pc:sldMk cId="2003415174" sldId="278"/>
        </pc:sldMkLst>
      </pc:sldChg>
    </pc:docChg>
  </pc:docChgLst>
  <pc:docChgLst>
    <pc:chgData name="Chen, Simon (SRDC PD)" userId="c4c7849d-5904-43d8-b8bf-884938130f09" providerId="ADAL" clId="{F0BAFB6F-A386-4E14-8835-1E6DE23FDD63}"/>
    <pc:docChg chg="custSel addSld modSld">
      <pc:chgData name="Chen, Simon (SRDC PD)" userId="c4c7849d-5904-43d8-b8bf-884938130f09" providerId="ADAL" clId="{F0BAFB6F-A386-4E14-8835-1E6DE23FDD63}" dt="2023-08-18T05:41:18.979" v="192" actId="1076"/>
      <pc:docMkLst>
        <pc:docMk/>
      </pc:docMkLst>
      <pc:sldChg chg="addSp delSp modSp new mod">
        <pc:chgData name="Chen, Simon (SRDC PD)" userId="c4c7849d-5904-43d8-b8bf-884938130f09" providerId="ADAL" clId="{F0BAFB6F-A386-4E14-8835-1E6DE23FDD63}" dt="2023-08-18T05:41:18.979" v="192" actId="1076"/>
        <pc:sldMkLst>
          <pc:docMk/>
          <pc:sldMk cId="810410313" sldId="256"/>
        </pc:sldMkLst>
        <pc:spChg chg="del">
          <ac:chgData name="Chen, Simon (SRDC PD)" userId="c4c7849d-5904-43d8-b8bf-884938130f09" providerId="ADAL" clId="{F0BAFB6F-A386-4E14-8835-1E6DE23FDD63}" dt="2023-08-17T06:12:26.063" v="1" actId="478"/>
          <ac:spMkLst>
            <pc:docMk/>
            <pc:sldMk cId="810410313" sldId="256"/>
            <ac:spMk id="2" creationId="{A95C7109-36E0-D776-0125-9F4BE4AA1B0A}"/>
          </ac:spMkLst>
        </pc:spChg>
        <pc:spChg chg="del">
          <ac:chgData name="Chen, Simon (SRDC PD)" userId="c4c7849d-5904-43d8-b8bf-884938130f09" providerId="ADAL" clId="{F0BAFB6F-A386-4E14-8835-1E6DE23FDD63}" dt="2023-08-17T06:12:26.645" v="2" actId="478"/>
          <ac:spMkLst>
            <pc:docMk/>
            <pc:sldMk cId="810410313" sldId="256"/>
            <ac:spMk id="3" creationId="{1E0C56BD-A301-66B7-69AF-8C205507D65D}"/>
          </ac:spMkLst>
        </pc:spChg>
        <pc:spChg chg="add mod">
          <ac:chgData name="Chen, Simon (SRDC PD)" userId="c4c7849d-5904-43d8-b8bf-884938130f09" providerId="ADAL" clId="{F0BAFB6F-A386-4E14-8835-1E6DE23FDD63}" dt="2023-08-17T06:13:54.331" v="7" actId="1076"/>
          <ac:spMkLst>
            <pc:docMk/>
            <pc:sldMk cId="810410313" sldId="256"/>
            <ac:spMk id="5" creationId="{4EC36EA0-26A1-F3B2-9C9C-27C58FE8FA7F}"/>
          </ac:spMkLst>
        </pc:spChg>
        <pc:spChg chg="add mod">
          <ac:chgData name="Chen, Simon (SRDC PD)" userId="c4c7849d-5904-43d8-b8bf-884938130f09" providerId="ADAL" clId="{F0BAFB6F-A386-4E14-8835-1E6DE23FDD63}" dt="2023-08-17T06:17:13.302" v="67" actId="20577"/>
          <ac:spMkLst>
            <pc:docMk/>
            <pc:sldMk cId="810410313" sldId="256"/>
            <ac:spMk id="6" creationId="{811D2237-1BD7-4992-670F-B7B5DCADD614}"/>
          </ac:spMkLst>
        </pc:spChg>
        <pc:graphicFrameChg chg="add mod modGraphic">
          <ac:chgData name="Chen, Simon (SRDC PD)" userId="c4c7849d-5904-43d8-b8bf-884938130f09" providerId="ADAL" clId="{F0BAFB6F-A386-4E14-8835-1E6DE23FDD63}" dt="2023-08-17T06:17:25.227" v="68" actId="242"/>
          <ac:graphicFrameMkLst>
            <pc:docMk/>
            <pc:sldMk cId="810410313" sldId="256"/>
            <ac:graphicFrameMk id="4" creationId="{662BF8D0-2D90-3B70-0B78-6569BDA77DB6}"/>
          </ac:graphicFrameMkLst>
        </pc:graphicFrameChg>
        <pc:picChg chg="add mod">
          <ac:chgData name="Chen, Simon (SRDC PD)" userId="c4c7849d-5904-43d8-b8bf-884938130f09" providerId="ADAL" clId="{F0BAFB6F-A386-4E14-8835-1E6DE23FDD63}" dt="2023-08-18T05:41:18.979" v="192" actId="1076"/>
          <ac:picMkLst>
            <pc:docMk/>
            <pc:sldMk cId="810410313" sldId="256"/>
            <ac:picMk id="3" creationId="{5EA2A126-47F9-F745-02C4-BC8E85F07262}"/>
          </ac:picMkLst>
        </pc:picChg>
      </pc:sldChg>
      <pc:sldChg chg="addSp delSp modSp add mod">
        <pc:chgData name="Chen, Simon (SRDC PD)" userId="c4c7849d-5904-43d8-b8bf-884938130f09" providerId="ADAL" clId="{F0BAFB6F-A386-4E14-8835-1E6DE23FDD63}" dt="2023-08-18T05:26:23.295" v="184" actId="255"/>
        <pc:sldMkLst>
          <pc:docMk/>
          <pc:sldMk cId="1772415494" sldId="257"/>
        </pc:sldMkLst>
        <pc:spChg chg="add mod">
          <ac:chgData name="Chen, Simon (SRDC PD)" userId="c4c7849d-5904-43d8-b8bf-884938130f09" providerId="ADAL" clId="{F0BAFB6F-A386-4E14-8835-1E6DE23FDD63}" dt="2023-08-18T05:26:23.295" v="184" actId="255"/>
          <ac:spMkLst>
            <pc:docMk/>
            <pc:sldMk cId="1772415494" sldId="257"/>
            <ac:spMk id="3" creationId="{C0D1FED3-3C3B-0B09-0035-35E8ADF35011}"/>
          </ac:spMkLst>
        </pc:spChg>
        <pc:spChg chg="del">
          <ac:chgData name="Chen, Simon (SRDC PD)" userId="c4c7849d-5904-43d8-b8bf-884938130f09" providerId="ADAL" clId="{F0BAFB6F-A386-4E14-8835-1E6DE23FDD63}" dt="2023-08-17T06:15:11.742" v="48" actId="478"/>
          <ac:spMkLst>
            <pc:docMk/>
            <pc:sldMk cId="1772415494" sldId="257"/>
            <ac:spMk id="5" creationId="{4EC36EA0-26A1-F3B2-9C9C-27C58FE8FA7F}"/>
          </ac:spMkLst>
        </pc:spChg>
        <pc:spChg chg="mod">
          <ac:chgData name="Chen, Simon (SRDC PD)" userId="c4c7849d-5904-43d8-b8bf-884938130f09" providerId="ADAL" clId="{F0BAFB6F-A386-4E14-8835-1E6DE23FDD63}" dt="2023-08-17T06:17:05.716" v="62" actId="1076"/>
          <ac:spMkLst>
            <pc:docMk/>
            <pc:sldMk cId="1772415494" sldId="257"/>
            <ac:spMk id="6" creationId="{811D2237-1BD7-4992-670F-B7B5DCADD614}"/>
          </ac:spMkLst>
        </pc:spChg>
        <pc:graphicFrameChg chg="del">
          <ac:chgData name="Chen, Simon (SRDC PD)" userId="c4c7849d-5904-43d8-b8bf-884938130f09" providerId="ADAL" clId="{F0BAFB6F-A386-4E14-8835-1E6DE23FDD63}" dt="2023-08-17T06:15:10.354" v="47" actId="478"/>
          <ac:graphicFrameMkLst>
            <pc:docMk/>
            <pc:sldMk cId="1772415494" sldId="257"/>
            <ac:graphicFrameMk id="4" creationId="{662BF8D0-2D90-3B70-0B78-6569BDA77DB6}"/>
          </ac:graphicFrameMkLst>
        </pc:graphicFrameChg>
      </pc:sldChg>
      <pc:sldChg chg="addSp modSp add mod">
        <pc:chgData name="Chen, Simon (SRDC PD)" userId="c4c7849d-5904-43d8-b8bf-884938130f09" providerId="ADAL" clId="{F0BAFB6F-A386-4E14-8835-1E6DE23FDD63}" dt="2023-08-18T05:40:36.434" v="189" actId="1076"/>
        <pc:sldMkLst>
          <pc:docMk/>
          <pc:sldMk cId="973475700" sldId="258"/>
        </pc:sldMkLst>
        <pc:spChg chg="add mod">
          <ac:chgData name="Chen, Simon (SRDC PD)" userId="c4c7849d-5904-43d8-b8bf-884938130f09" providerId="ADAL" clId="{F0BAFB6F-A386-4E14-8835-1E6DE23FDD63}" dt="2023-08-18T05:16:22.503" v="172" actId="1076"/>
          <ac:spMkLst>
            <pc:docMk/>
            <pc:sldMk cId="973475700" sldId="258"/>
            <ac:spMk id="2" creationId="{C3C27FD1-A074-4D5C-579D-65DB88E8E8A6}"/>
          </ac:spMkLst>
        </pc:spChg>
        <pc:spChg chg="mod">
          <ac:chgData name="Chen, Simon (SRDC PD)" userId="c4c7849d-5904-43d8-b8bf-884938130f09" providerId="ADAL" clId="{F0BAFB6F-A386-4E14-8835-1E6DE23FDD63}" dt="2023-08-18T05:10:40.570" v="96" actId="255"/>
          <ac:spMkLst>
            <pc:docMk/>
            <pc:sldMk cId="973475700" sldId="258"/>
            <ac:spMk id="5" creationId="{4EC36EA0-26A1-F3B2-9C9C-27C58FE8FA7F}"/>
          </ac:spMkLst>
        </pc:spChg>
        <pc:spChg chg="mod">
          <ac:chgData name="Chen, Simon (SRDC PD)" userId="c4c7849d-5904-43d8-b8bf-884938130f09" providerId="ADAL" clId="{F0BAFB6F-A386-4E14-8835-1E6DE23FDD63}" dt="2023-08-18T05:10:14.412" v="93" actId="20577"/>
          <ac:spMkLst>
            <pc:docMk/>
            <pc:sldMk cId="973475700" sldId="258"/>
            <ac:spMk id="6" creationId="{811D2237-1BD7-4992-670F-B7B5DCADD614}"/>
          </ac:spMkLst>
        </pc:spChg>
        <pc:graphicFrameChg chg="mod">
          <ac:chgData name="Chen, Simon (SRDC PD)" userId="c4c7849d-5904-43d8-b8bf-884938130f09" providerId="ADAL" clId="{F0BAFB6F-A386-4E14-8835-1E6DE23FDD63}" dt="2023-08-18T05:14:15.080" v="97" actId="1076"/>
          <ac:graphicFrameMkLst>
            <pc:docMk/>
            <pc:sldMk cId="973475700" sldId="258"/>
            <ac:graphicFrameMk id="4" creationId="{662BF8D0-2D90-3B70-0B78-6569BDA77DB6}"/>
          </ac:graphicFrameMkLst>
        </pc:graphicFrameChg>
        <pc:picChg chg="add mod">
          <ac:chgData name="Chen, Simon (SRDC PD)" userId="c4c7849d-5904-43d8-b8bf-884938130f09" providerId="ADAL" clId="{F0BAFB6F-A386-4E14-8835-1E6DE23FDD63}" dt="2023-08-18T05:40:36.434" v="189" actId="1076"/>
          <ac:picMkLst>
            <pc:docMk/>
            <pc:sldMk cId="973475700" sldId="258"/>
            <ac:picMk id="7" creationId="{5B26583A-0AB0-912A-C663-DC23FD02A56C}"/>
          </ac:picMkLst>
        </pc:picChg>
      </pc:sldChg>
      <pc:sldChg chg="addSp delSp modSp add mod">
        <pc:chgData name="Chen, Simon (SRDC PD)" userId="c4c7849d-5904-43d8-b8bf-884938130f09" providerId="ADAL" clId="{F0BAFB6F-A386-4E14-8835-1E6DE23FDD63}" dt="2023-08-18T05:16:18.735" v="170" actId="1076"/>
        <pc:sldMkLst>
          <pc:docMk/>
          <pc:sldMk cId="2651526651" sldId="259"/>
        </pc:sldMkLst>
        <pc:spChg chg="add mod">
          <ac:chgData name="Chen, Simon (SRDC PD)" userId="c4c7849d-5904-43d8-b8bf-884938130f09" providerId="ADAL" clId="{F0BAFB6F-A386-4E14-8835-1E6DE23FDD63}" dt="2023-08-18T05:16:18.735" v="170" actId="1076"/>
          <ac:spMkLst>
            <pc:docMk/>
            <pc:sldMk cId="2651526651" sldId="259"/>
            <ac:spMk id="2" creationId="{233789C7-9268-C991-EB29-A6DA85BBA82B}"/>
          </ac:spMkLst>
        </pc:spChg>
        <pc:spChg chg="mod">
          <ac:chgData name="Chen, Simon (SRDC PD)" userId="c4c7849d-5904-43d8-b8bf-884938130f09" providerId="ADAL" clId="{F0BAFB6F-A386-4E14-8835-1E6DE23FDD63}" dt="2023-08-18T05:14:56.215" v="110" actId="1076"/>
          <ac:spMkLst>
            <pc:docMk/>
            <pc:sldMk cId="2651526651" sldId="259"/>
            <ac:spMk id="5" creationId="{4EC36EA0-26A1-F3B2-9C9C-27C58FE8FA7F}"/>
          </ac:spMkLst>
        </pc:spChg>
        <pc:spChg chg="mod">
          <ac:chgData name="Chen, Simon (SRDC PD)" userId="c4c7849d-5904-43d8-b8bf-884938130f09" providerId="ADAL" clId="{F0BAFB6F-A386-4E14-8835-1E6DE23FDD63}" dt="2023-08-18T05:14:30.680" v="103" actId="20577"/>
          <ac:spMkLst>
            <pc:docMk/>
            <pc:sldMk cId="2651526651" sldId="259"/>
            <ac:spMk id="6" creationId="{811D2237-1BD7-4992-670F-B7B5DCADD614}"/>
          </ac:spMkLst>
        </pc:spChg>
        <pc:graphicFrameChg chg="del">
          <ac:chgData name="Chen, Simon (SRDC PD)" userId="c4c7849d-5904-43d8-b8bf-884938130f09" providerId="ADAL" clId="{F0BAFB6F-A386-4E14-8835-1E6DE23FDD63}" dt="2023-08-18T05:14:44.005" v="107" actId="478"/>
          <ac:graphicFrameMkLst>
            <pc:docMk/>
            <pc:sldMk cId="2651526651" sldId="259"/>
            <ac:graphicFrameMk id="4" creationId="{662BF8D0-2D90-3B70-0B78-6569BDA77DB6}"/>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5A35A6-5E8B-4292-9A8A-EC9A43535F9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79DC4A27-5A22-42E9-9FDF-00EEB59CB06D}">
      <dgm:prSet phldrT="[Text]"/>
      <dgm:spPr/>
      <dgm:t>
        <a:bodyPr/>
        <a:lstStyle/>
        <a:p>
          <a:r>
            <a:rPr lang="en-US" err="1"/>
            <a:t>vtoHybridModel.csh</a:t>
          </a:r>
          <a:endParaRPr lang="en-US"/>
        </a:p>
      </dgm:t>
    </dgm:pt>
    <dgm:pt modelId="{4E3F081A-469D-4B3E-9C24-9813BBD1AC13}" type="parTrans" cxnId="{EE6882FE-C885-4EDB-ABF6-0BB0841AEFF0}">
      <dgm:prSet/>
      <dgm:spPr/>
      <dgm:t>
        <a:bodyPr/>
        <a:lstStyle/>
        <a:p>
          <a:endParaRPr lang="en-US"/>
        </a:p>
      </dgm:t>
    </dgm:pt>
    <dgm:pt modelId="{C122D53F-3253-4668-81C8-7D314A7187E3}" type="sibTrans" cxnId="{EE6882FE-C885-4EDB-ABF6-0BB0841AEFF0}">
      <dgm:prSet/>
      <dgm:spPr/>
      <dgm:t>
        <a:bodyPr/>
        <a:lstStyle/>
        <a:p>
          <a:endParaRPr lang="en-US"/>
        </a:p>
      </dgm:t>
    </dgm:pt>
    <dgm:pt modelId="{5D29DE86-051A-497B-ADCB-2F116FF3221E}">
      <dgm:prSet phldrT="[Text]" custT="1"/>
      <dgm:spPr/>
      <dgm:t>
        <a:bodyPr/>
        <a:lstStyle/>
        <a:p>
          <a:pPr>
            <a:buFont typeface="Courier New" panose="02070309020205020404" pitchFamily="49" charset="0"/>
            <a:buChar char="o"/>
          </a:pPr>
          <a:r>
            <a:rPr lang="en-US" sz="1800">
              <a:solidFill>
                <a:srgbClr val="FFFF00"/>
              </a:solidFill>
            </a:rPr>
            <a:t>Instruction.csv</a:t>
          </a:r>
        </a:p>
      </dgm:t>
    </dgm:pt>
    <dgm:pt modelId="{55893C60-D067-4AFF-892B-015CBE2BD51B}" type="parTrans" cxnId="{A610B5E7-EFDB-4592-9E72-64C2AE36FC3F}">
      <dgm:prSet/>
      <dgm:spPr/>
      <dgm:t>
        <a:bodyPr/>
        <a:lstStyle/>
        <a:p>
          <a:endParaRPr lang="en-US"/>
        </a:p>
      </dgm:t>
    </dgm:pt>
    <dgm:pt modelId="{0A7512EE-5CC4-464F-9D71-4306EB8BD0C1}" type="sibTrans" cxnId="{A610B5E7-EFDB-4592-9E72-64C2AE36FC3F}">
      <dgm:prSet/>
      <dgm:spPr/>
      <dgm:t>
        <a:bodyPr/>
        <a:lstStyle/>
        <a:p>
          <a:endParaRPr lang="en-US"/>
        </a:p>
      </dgm:t>
    </dgm:pt>
    <dgm:pt modelId="{FDA1EC13-2021-4D98-97AA-FA7CC865757D}">
      <dgm:prSet phldrT="[Text]" custT="1"/>
      <dgm:spPr/>
      <dgm:t>
        <a:bodyPr/>
        <a:lstStyle/>
        <a:p>
          <a:pPr>
            <a:buFont typeface="Courier New" panose="02070309020205020404" pitchFamily="49" charset="0"/>
            <a:buChar char="o"/>
          </a:pPr>
          <a:r>
            <a:rPr lang="en-US" sz="1800">
              <a:solidFill>
                <a:srgbClr val="FFFF00"/>
              </a:solidFill>
            </a:rPr>
            <a:t>Keyword.csv</a:t>
          </a:r>
        </a:p>
      </dgm:t>
    </dgm:pt>
    <dgm:pt modelId="{58BCBD7E-6F96-4C48-8354-A9DE62B825B0}" type="parTrans" cxnId="{42B0AE3C-6717-4B9A-8F7B-01F7DFDDDEFC}">
      <dgm:prSet/>
      <dgm:spPr/>
      <dgm:t>
        <a:bodyPr/>
        <a:lstStyle/>
        <a:p>
          <a:endParaRPr lang="en-US"/>
        </a:p>
      </dgm:t>
    </dgm:pt>
    <dgm:pt modelId="{28AD422D-64D8-4C87-90E5-BA4C00913701}" type="sibTrans" cxnId="{42B0AE3C-6717-4B9A-8F7B-01F7DFDDDEFC}">
      <dgm:prSet/>
      <dgm:spPr/>
      <dgm:t>
        <a:bodyPr/>
        <a:lstStyle/>
        <a:p>
          <a:endParaRPr lang="en-US"/>
        </a:p>
      </dgm:t>
    </dgm:pt>
    <dgm:pt modelId="{0C9B10AA-8613-4549-B52F-34CCFC51AE1B}">
      <dgm:prSet phldrT="[Text]"/>
      <dgm:spPr/>
      <dgm:t>
        <a:bodyPr/>
        <a:lstStyle/>
        <a:p>
          <a:r>
            <a:rPr lang="en-US" err="1"/>
            <a:t>vtoExecution.csh</a:t>
          </a:r>
          <a:endParaRPr lang="en-US"/>
        </a:p>
      </dgm:t>
    </dgm:pt>
    <dgm:pt modelId="{DFC116C6-2A83-491B-9544-F2C32DC7744B}" type="parTrans" cxnId="{3A197BD3-1380-45EF-A614-46025D8A608C}">
      <dgm:prSet/>
      <dgm:spPr/>
      <dgm:t>
        <a:bodyPr/>
        <a:lstStyle/>
        <a:p>
          <a:endParaRPr lang="en-US"/>
        </a:p>
      </dgm:t>
    </dgm:pt>
    <dgm:pt modelId="{30E89918-3928-4A3E-854D-7FC0576474BB}" type="sibTrans" cxnId="{3A197BD3-1380-45EF-A614-46025D8A608C}">
      <dgm:prSet/>
      <dgm:spPr/>
      <dgm:t>
        <a:bodyPr/>
        <a:lstStyle/>
        <a:p>
          <a:endParaRPr lang="en-US"/>
        </a:p>
      </dgm:t>
    </dgm:pt>
    <dgm:pt modelId="{54D5D361-F4F6-473E-82F4-1D652FB1B06F}">
      <dgm:prSet phldrT="[Text]" custT="1"/>
      <dgm:spPr/>
      <dgm:t>
        <a:bodyPr/>
        <a:lstStyle/>
        <a:p>
          <a:pPr>
            <a:buFont typeface="Courier New" panose="02070309020205020404" pitchFamily="49" charset="0"/>
            <a:buChar char="o"/>
          </a:pPr>
          <a:r>
            <a:rPr lang="en-US" sz="1800">
              <a:solidFill>
                <a:srgbClr val="00B050"/>
              </a:solidFill>
            </a:rPr>
            <a:t>vtoExecution.py</a:t>
          </a:r>
        </a:p>
      </dgm:t>
    </dgm:pt>
    <dgm:pt modelId="{1CD4A607-B77C-4BB3-8E87-E795CC9F362B}" type="parTrans" cxnId="{052BE1E5-6FC0-4990-A7C7-1E2F7C601995}">
      <dgm:prSet/>
      <dgm:spPr/>
      <dgm:t>
        <a:bodyPr/>
        <a:lstStyle/>
        <a:p>
          <a:endParaRPr lang="en-US"/>
        </a:p>
      </dgm:t>
    </dgm:pt>
    <dgm:pt modelId="{2C23880F-BFC5-4675-B6EF-FAF8A01A7CBD}" type="sibTrans" cxnId="{052BE1E5-6FC0-4990-A7C7-1E2F7C601995}">
      <dgm:prSet/>
      <dgm:spPr/>
      <dgm:t>
        <a:bodyPr/>
        <a:lstStyle/>
        <a:p>
          <a:endParaRPr lang="en-US"/>
        </a:p>
      </dgm:t>
    </dgm:pt>
    <dgm:pt modelId="{5188B12C-6226-4B85-979A-E3706DC522E2}">
      <dgm:prSet phldrT="[Text]" custT="1"/>
      <dgm:spPr/>
      <dgm:t>
        <a:bodyPr/>
        <a:lstStyle/>
        <a:p>
          <a:pPr>
            <a:buFont typeface="Courier New" panose="02070309020205020404" pitchFamily="49" charset="0"/>
            <a:buChar char="o"/>
          </a:pPr>
          <a:r>
            <a:rPr lang="en-US" sz="1800" err="1"/>
            <a:t>run</a:t>
          </a:r>
          <a:r>
            <a:rPr lang="en-US" altLang="zh-CN" sz="1800" err="1"/>
            <a:t>Execution</a:t>
          </a:r>
          <a:r>
            <a:rPr lang="en-US" altLang="zh-CN" sz="1800"/>
            <a:t>_$</a:t>
          </a:r>
          <a:r>
            <a:rPr lang="en-US" altLang="zh-CN" sz="1800" err="1"/>
            <a:t>date.csh</a:t>
          </a:r>
          <a:endParaRPr lang="en-US" sz="1800"/>
        </a:p>
      </dgm:t>
    </dgm:pt>
    <dgm:pt modelId="{801D7467-561E-4417-BD02-58E854CE3B95}" type="parTrans" cxnId="{D88671DD-F080-4E11-8364-39A9EBCDB6F1}">
      <dgm:prSet/>
      <dgm:spPr/>
      <dgm:t>
        <a:bodyPr/>
        <a:lstStyle/>
        <a:p>
          <a:endParaRPr lang="en-US"/>
        </a:p>
      </dgm:t>
    </dgm:pt>
    <dgm:pt modelId="{78C1327D-DAC6-4364-A282-71F1C4C59D4E}" type="sibTrans" cxnId="{D88671DD-F080-4E11-8364-39A9EBCDB6F1}">
      <dgm:prSet/>
      <dgm:spPr/>
      <dgm:t>
        <a:bodyPr/>
        <a:lstStyle/>
        <a:p>
          <a:endParaRPr lang="en-US"/>
        </a:p>
      </dgm:t>
    </dgm:pt>
    <dgm:pt modelId="{B654DA3C-3B7F-4D3D-A0D1-1148301FA241}">
      <dgm:prSet phldrT="[Text]"/>
      <dgm:spPr/>
      <dgm:t>
        <a:bodyPr/>
        <a:lstStyle/>
        <a:p>
          <a:r>
            <a:rPr lang="en-US" err="1"/>
            <a:t>vtoMonitor.csh</a:t>
          </a:r>
          <a:endParaRPr lang="en-US"/>
        </a:p>
      </dgm:t>
    </dgm:pt>
    <dgm:pt modelId="{C9848535-D7F9-4333-A203-7D2A283D42E8}" type="parTrans" cxnId="{31D614CD-B42F-491B-AC16-73268DA2E5D9}">
      <dgm:prSet/>
      <dgm:spPr/>
      <dgm:t>
        <a:bodyPr/>
        <a:lstStyle/>
        <a:p>
          <a:endParaRPr lang="en-US"/>
        </a:p>
      </dgm:t>
    </dgm:pt>
    <dgm:pt modelId="{3EDFD9C2-15CE-4F89-9442-B39A596F555D}" type="sibTrans" cxnId="{31D614CD-B42F-491B-AC16-73268DA2E5D9}">
      <dgm:prSet/>
      <dgm:spPr/>
      <dgm:t>
        <a:bodyPr/>
        <a:lstStyle/>
        <a:p>
          <a:endParaRPr lang="en-US"/>
        </a:p>
      </dgm:t>
    </dgm:pt>
    <dgm:pt modelId="{EEC740DE-1A8D-42EA-9890-26207DDED816}">
      <dgm:prSet phldrT="[Text]" custT="1"/>
      <dgm:spPr/>
      <dgm:t>
        <a:bodyPr/>
        <a:lstStyle/>
        <a:p>
          <a:pPr marL="171450" lvl="1" indent="0" algn="l" defTabSz="800100">
            <a:lnSpc>
              <a:spcPct val="90000"/>
            </a:lnSpc>
            <a:spcBef>
              <a:spcPct val="0"/>
            </a:spcBef>
            <a:spcAft>
              <a:spcPct val="15000"/>
            </a:spcAft>
            <a:buFont typeface="Courier New" panose="02070309020205020404" pitchFamily="49" charset="0"/>
            <a:buChar char="o"/>
          </a:pPr>
          <a:r>
            <a:rPr lang="en-US" sz="1800" kern="1200">
              <a:solidFill>
                <a:srgbClr val="FFFF00"/>
              </a:solidFill>
            </a:rPr>
            <a:t>debug.csv</a:t>
          </a:r>
        </a:p>
      </dgm:t>
    </dgm:pt>
    <dgm:pt modelId="{0D663CAA-6AF6-4CE4-B68B-7F89637D4CAC}" type="parTrans" cxnId="{2DF7AC74-8E02-41EF-8BD3-E3F61B7A55D9}">
      <dgm:prSet/>
      <dgm:spPr/>
      <dgm:t>
        <a:bodyPr/>
        <a:lstStyle/>
        <a:p>
          <a:endParaRPr lang="en-US"/>
        </a:p>
      </dgm:t>
    </dgm:pt>
    <dgm:pt modelId="{BB4770C7-C9D6-40F2-B29E-0B4C9DED9018}" type="sibTrans" cxnId="{2DF7AC74-8E02-41EF-8BD3-E3F61B7A55D9}">
      <dgm:prSet/>
      <dgm:spPr/>
      <dgm:t>
        <a:bodyPr/>
        <a:lstStyle/>
        <a:p>
          <a:endParaRPr lang="en-US"/>
        </a:p>
      </dgm:t>
    </dgm:pt>
    <dgm:pt modelId="{EB1E8C08-F562-4E2A-87EF-5340664FD8C7}">
      <dgm:prSet phldrT="[Text]" custT="1"/>
      <dgm:spPr/>
      <dgm:t>
        <a:bodyPr/>
        <a:lstStyle/>
        <a:p>
          <a:pPr>
            <a:buFont typeface="Courier New" panose="02070309020205020404" pitchFamily="49" charset="0"/>
            <a:buChar char="o"/>
          </a:pPr>
          <a:r>
            <a:rPr lang="en-US" sz="1800">
              <a:solidFill>
                <a:srgbClr val="00B050"/>
              </a:solidFill>
            </a:rPr>
            <a:t>vtoHybridModel.py</a:t>
          </a:r>
        </a:p>
      </dgm:t>
    </dgm:pt>
    <dgm:pt modelId="{22D66FDD-2519-4FF8-9C8D-99CF707384D7}" type="parTrans" cxnId="{B01E4C93-B34E-4919-9D5F-14CC957D3E3A}">
      <dgm:prSet/>
      <dgm:spPr/>
      <dgm:t>
        <a:bodyPr/>
        <a:lstStyle/>
        <a:p>
          <a:endParaRPr lang="en-US"/>
        </a:p>
      </dgm:t>
    </dgm:pt>
    <dgm:pt modelId="{70FCDF49-90D8-4FF7-850A-D30F3465F390}" type="sibTrans" cxnId="{B01E4C93-B34E-4919-9D5F-14CC957D3E3A}">
      <dgm:prSet/>
      <dgm:spPr/>
      <dgm:t>
        <a:bodyPr/>
        <a:lstStyle/>
        <a:p>
          <a:endParaRPr lang="en-US"/>
        </a:p>
      </dgm:t>
    </dgm:pt>
    <dgm:pt modelId="{E37120B9-711A-4D5D-8990-CB700FD321A6}">
      <dgm:prSet phldrT="[Text]" custT="1"/>
      <dgm:spPr/>
      <dgm:t>
        <a:bodyPr/>
        <a:lstStyle/>
        <a:p>
          <a:pPr marL="342900" lvl="2" indent="0" algn="l" defTabSz="800100">
            <a:lnSpc>
              <a:spcPct val="90000"/>
            </a:lnSpc>
            <a:spcBef>
              <a:spcPct val="0"/>
            </a:spcBef>
            <a:spcAft>
              <a:spcPct val="15000"/>
            </a:spcAft>
            <a:buFont typeface="Courier New" panose="02070309020205020404" pitchFamily="49" charset="0"/>
            <a:buChar char="o"/>
          </a:pPr>
          <a:r>
            <a:rPr lang="en-US" sz="1800" kern="1200" err="1">
              <a:solidFill>
                <a:srgbClr val="00B050"/>
              </a:solidFill>
            </a:rPr>
            <a:t>analyze_target.csh</a:t>
          </a:r>
          <a:endParaRPr lang="en-US" sz="1800" kern="1200">
            <a:solidFill>
              <a:srgbClr val="00B050"/>
            </a:solidFill>
          </a:endParaRPr>
        </a:p>
      </dgm:t>
    </dgm:pt>
    <dgm:pt modelId="{676CD8C1-F437-4F7F-A4E0-2A7C95A61E74}" type="parTrans" cxnId="{8947D0FE-67C0-420B-B1E7-893E8B73B672}">
      <dgm:prSet/>
      <dgm:spPr/>
      <dgm:t>
        <a:bodyPr/>
        <a:lstStyle/>
        <a:p>
          <a:endParaRPr lang="en-US"/>
        </a:p>
      </dgm:t>
    </dgm:pt>
    <dgm:pt modelId="{FC98DAC6-155E-42EF-8210-6A460986B401}" type="sibTrans" cxnId="{8947D0FE-67C0-420B-B1E7-893E8B73B672}">
      <dgm:prSet/>
      <dgm:spPr/>
      <dgm:t>
        <a:bodyPr/>
        <a:lstStyle/>
        <a:p>
          <a:endParaRPr lang="en-US"/>
        </a:p>
      </dgm:t>
    </dgm:pt>
    <dgm:pt modelId="{150E2464-87C4-4544-817A-BF1F1A17130A}">
      <dgm:prSet phldrT="[Text]" custT="1"/>
      <dgm:spPr/>
      <dgm:t>
        <a:bodyPr/>
        <a:lstStyle/>
        <a:p>
          <a:pPr marL="342900" lvl="2" indent="0" algn="l" defTabSz="800100">
            <a:lnSpc>
              <a:spcPct val="90000"/>
            </a:lnSpc>
            <a:spcBef>
              <a:spcPct val="0"/>
            </a:spcBef>
            <a:spcAft>
              <a:spcPct val="15000"/>
            </a:spcAft>
            <a:buFont typeface="Courier New" panose="02070309020205020404" pitchFamily="49" charset="0"/>
            <a:buChar char="o"/>
          </a:pPr>
          <a:r>
            <a:rPr lang="en-US" sz="1800" kern="1200">
              <a:solidFill>
                <a:srgbClr val="00B050"/>
              </a:solidFill>
            </a:rPr>
            <a:t>analyze_target.py</a:t>
          </a:r>
        </a:p>
      </dgm:t>
    </dgm:pt>
    <dgm:pt modelId="{1F526FBE-271A-46C8-A08C-1C73EEB1AC30}" type="parTrans" cxnId="{318EC469-8807-4C5D-870A-AA62C0CC20C1}">
      <dgm:prSet/>
      <dgm:spPr/>
      <dgm:t>
        <a:bodyPr/>
        <a:lstStyle/>
        <a:p>
          <a:endParaRPr lang="en-US"/>
        </a:p>
      </dgm:t>
    </dgm:pt>
    <dgm:pt modelId="{0B373C1D-F4C0-48C4-9D47-E3B42D220E2B}" type="sibTrans" cxnId="{318EC469-8807-4C5D-870A-AA62C0CC20C1}">
      <dgm:prSet/>
      <dgm:spPr/>
      <dgm:t>
        <a:bodyPr/>
        <a:lstStyle/>
        <a:p>
          <a:endParaRPr lang="en-US"/>
        </a:p>
      </dgm:t>
    </dgm:pt>
    <dgm:pt modelId="{89D97D51-F53F-484A-9F47-0A12D5B3F696}">
      <dgm:prSet phldrT="[Text]" custT="1"/>
      <dgm:spPr/>
      <dgm:t>
        <a:bodyPr/>
        <a:lstStyle/>
        <a:p>
          <a:pPr marL="342900" lvl="2" indent="0" algn="l" defTabSz="800100">
            <a:lnSpc>
              <a:spcPct val="90000"/>
            </a:lnSpc>
            <a:spcBef>
              <a:spcPct val="0"/>
            </a:spcBef>
            <a:spcAft>
              <a:spcPct val="15000"/>
            </a:spcAft>
            <a:buFont typeface="Courier New" panose="02070309020205020404" pitchFamily="49" charset="0"/>
            <a:buChar char="o"/>
          </a:pPr>
          <a:r>
            <a:rPr lang="en-US" altLang="zh-CN" sz="1800" kern="1200" err="1">
              <a:solidFill>
                <a:srgbClr val="00B050"/>
              </a:solidFill>
            </a:rPr>
            <a:t>e</a:t>
          </a:r>
          <a:r>
            <a:rPr lang="en-US" sz="1800" kern="1200" err="1">
              <a:solidFill>
                <a:srgbClr val="00B050"/>
              </a:solidFill>
            </a:rPr>
            <a:t>xec_monitor.csh</a:t>
          </a:r>
          <a:endParaRPr lang="en-US" sz="1800" kern="1200">
            <a:solidFill>
              <a:srgbClr val="00B050"/>
            </a:solidFill>
          </a:endParaRPr>
        </a:p>
      </dgm:t>
    </dgm:pt>
    <dgm:pt modelId="{9B7ECB23-FDC7-4B52-A06F-17817CA8FC0B}" type="parTrans" cxnId="{871BEBF2-2D28-4475-9F12-7E694A1D959A}">
      <dgm:prSet/>
      <dgm:spPr/>
      <dgm:t>
        <a:bodyPr/>
        <a:lstStyle/>
        <a:p>
          <a:endParaRPr lang="en-US"/>
        </a:p>
      </dgm:t>
    </dgm:pt>
    <dgm:pt modelId="{7453047E-F128-44E2-92D6-0C6F83E91409}" type="sibTrans" cxnId="{871BEBF2-2D28-4475-9F12-7E694A1D959A}">
      <dgm:prSet/>
      <dgm:spPr/>
      <dgm:t>
        <a:bodyPr/>
        <a:lstStyle/>
        <a:p>
          <a:endParaRPr lang="en-US"/>
        </a:p>
      </dgm:t>
    </dgm:pt>
    <dgm:pt modelId="{72CB854C-7423-4DDD-BD22-82571C7F56AF}">
      <dgm:prSet phldrT="[Text]" custT="1"/>
      <dgm:spPr/>
      <dgm:t>
        <a:bodyPr/>
        <a:lstStyle/>
        <a:p>
          <a:pPr>
            <a:buFont typeface="Courier New" panose="02070309020205020404" pitchFamily="49" charset="0"/>
            <a:buChar char="o"/>
          </a:pPr>
          <a:r>
            <a:rPr lang="en-US" altLang="zh-CN" sz="1800"/>
            <a:t>tasksMail.csv(from windows)</a:t>
          </a:r>
          <a:endParaRPr lang="en-US" sz="1800"/>
        </a:p>
      </dgm:t>
    </dgm:pt>
    <dgm:pt modelId="{464412FF-3268-40EA-9838-DA0026749E4B}" type="parTrans" cxnId="{3E22B510-5F22-4B95-B479-0C85C103349E}">
      <dgm:prSet/>
      <dgm:spPr/>
      <dgm:t>
        <a:bodyPr/>
        <a:lstStyle/>
        <a:p>
          <a:endParaRPr lang="en-US"/>
        </a:p>
      </dgm:t>
    </dgm:pt>
    <dgm:pt modelId="{314C1C11-3A05-4410-AE36-5FF8EBCA049B}" type="sibTrans" cxnId="{3E22B510-5F22-4B95-B479-0C85C103349E}">
      <dgm:prSet/>
      <dgm:spPr/>
      <dgm:t>
        <a:bodyPr/>
        <a:lstStyle/>
        <a:p>
          <a:endParaRPr lang="en-US"/>
        </a:p>
      </dgm:t>
    </dgm:pt>
    <dgm:pt modelId="{FAEB9B30-E937-415B-ADFC-A5064FEC76CD}">
      <dgm:prSet phldrT="[Text]" custT="1"/>
      <dgm:spPr/>
      <dgm:t>
        <a:bodyPr/>
        <a:lstStyle/>
        <a:p>
          <a:pPr>
            <a:buFont typeface="Courier New" panose="02070309020205020404" pitchFamily="49" charset="0"/>
            <a:buChar char="o"/>
          </a:pPr>
          <a:r>
            <a:rPr lang="en-US" sz="1800"/>
            <a:t>tasksModel.csv</a:t>
          </a:r>
        </a:p>
      </dgm:t>
    </dgm:pt>
    <dgm:pt modelId="{9268E8DA-E9BF-422E-994F-D10D0FA50C2D}" type="parTrans" cxnId="{CAAE60DE-65E6-46CE-938D-C03F49C6A77E}">
      <dgm:prSet/>
      <dgm:spPr/>
      <dgm:t>
        <a:bodyPr/>
        <a:lstStyle/>
        <a:p>
          <a:endParaRPr lang="en-US"/>
        </a:p>
      </dgm:t>
    </dgm:pt>
    <dgm:pt modelId="{41253258-A7F4-4DB7-AF30-D342CEC27F22}" type="sibTrans" cxnId="{CAAE60DE-65E6-46CE-938D-C03F49C6A77E}">
      <dgm:prSet/>
      <dgm:spPr/>
      <dgm:t>
        <a:bodyPr/>
        <a:lstStyle/>
        <a:p>
          <a:endParaRPr lang="en-US"/>
        </a:p>
      </dgm:t>
    </dgm:pt>
    <dgm:pt modelId="{C9365FC2-EC92-43CF-AA30-F58090D17CE6}">
      <dgm:prSet phldrT="[Text]" custT="1"/>
      <dgm:spPr/>
      <dgm:t>
        <a:bodyPr/>
        <a:lstStyle/>
        <a:p>
          <a:pPr>
            <a:buFont typeface="Courier New" panose="02070309020205020404" pitchFamily="49" charset="0"/>
            <a:buChar char="o"/>
          </a:pPr>
          <a:r>
            <a:rPr lang="en-US" sz="1800"/>
            <a:t>tasksModels.csv</a:t>
          </a:r>
        </a:p>
      </dgm:t>
    </dgm:pt>
    <dgm:pt modelId="{EEA59D07-6014-4B1A-A22C-C870613322CF}" type="parTrans" cxnId="{8A558393-9EF7-40F2-9C59-C4AC5CAC822F}">
      <dgm:prSet/>
      <dgm:spPr/>
      <dgm:t>
        <a:bodyPr/>
        <a:lstStyle/>
        <a:p>
          <a:endParaRPr lang="en-US"/>
        </a:p>
      </dgm:t>
    </dgm:pt>
    <dgm:pt modelId="{CC9B4F01-83A3-45FE-A565-97E4FA15D392}" type="sibTrans" cxnId="{8A558393-9EF7-40F2-9C59-C4AC5CAC822F}">
      <dgm:prSet/>
      <dgm:spPr/>
      <dgm:t>
        <a:bodyPr/>
        <a:lstStyle/>
        <a:p>
          <a:endParaRPr lang="en-US"/>
        </a:p>
      </dgm:t>
    </dgm:pt>
    <dgm:pt modelId="{6F4E0B0B-16F8-4B1A-900F-1F3D0950BCDF}">
      <dgm:prSet phldrT="[Text]" custT="1"/>
      <dgm:spPr/>
      <dgm:t>
        <a:bodyPr/>
        <a:lstStyle/>
        <a:p>
          <a:r>
            <a:rPr lang="en-US" sz="1800"/>
            <a:t>Input:</a:t>
          </a:r>
        </a:p>
      </dgm:t>
    </dgm:pt>
    <dgm:pt modelId="{D24A7695-B927-4E42-AD43-1BD26E30D92C}" type="parTrans" cxnId="{F684C609-4728-4E85-AA47-77B8AE953D95}">
      <dgm:prSet/>
      <dgm:spPr/>
      <dgm:t>
        <a:bodyPr/>
        <a:lstStyle/>
        <a:p>
          <a:endParaRPr lang="en-US"/>
        </a:p>
      </dgm:t>
    </dgm:pt>
    <dgm:pt modelId="{5C649865-21C4-445A-B282-965AF718DDB3}" type="sibTrans" cxnId="{F684C609-4728-4E85-AA47-77B8AE953D95}">
      <dgm:prSet/>
      <dgm:spPr/>
      <dgm:t>
        <a:bodyPr/>
        <a:lstStyle/>
        <a:p>
          <a:endParaRPr lang="en-US"/>
        </a:p>
      </dgm:t>
    </dgm:pt>
    <dgm:pt modelId="{C22E3B74-16F4-4871-AEE4-DCEBB9B4F3BC}">
      <dgm:prSet phldrT="[Text]" custT="1"/>
      <dgm:spPr/>
      <dgm:t>
        <a:bodyPr/>
        <a:lstStyle/>
        <a:p>
          <a:r>
            <a:rPr lang="en-US" sz="1800"/>
            <a:t>Output:</a:t>
          </a:r>
        </a:p>
      </dgm:t>
    </dgm:pt>
    <dgm:pt modelId="{CBBA4D93-0AF0-455C-8901-8D00A5F278E0}" type="parTrans" cxnId="{5A52E844-D435-4155-A7FC-4E91A39AB0ED}">
      <dgm:prSet/>
      <dgm:spPr/>
      <dgm:t>
        <a:bodyPr/>
        <a:lstStyle/>
        <a:p>
          <a:endParaRPr lang="en-US"/>
        </a:p>
      </dgm:t>
    </dgm:pt>
    <dgm:pt modelId="{57DBD640-26B8-455E-A46C-6F346A19EC48}" type="sibTrans" cxnId="{5A52E844-D435-4155-A7FC-4E91A39AB0ED}">
      <dgm:prSet/>
      <dgm:spPr/>
      <dgm:t>
        <a:bodyPr/>
        <a:lstStyle/>
        <a:p>
          <a:endParaRPr lang="en-US"/>
        </a:p>
      </dgm:t>
    </dgm:pt>
    <dgm:pt modelId="{782CBB8D-6EEB-44FA-8B01-79D3126A7DAF}">
      <dgm:prSet phldrT="[Text]" custT="1"/>
      <dgm:spPr/>
      <dgm:t>
        <a:bodyPr/>
        <a:lstStyle/>
        <a:p>
          <a:r>
            <a:rPr lang="en-US" sz="1800"/>
            <a:t>Core script:</a:t>
          </a:r>
        </a:p>
      </dgm:t>
    </dgm:pt>
    <dgm:pt modelId="{F54895EE-8424-493E-9F27-6CF5AD91AD3E}" type="parTrans" cxnId="{070F1733-BFDD-4868-B57C-32F8AE16E2ED}">
      <dgm:prSet/>
      <dgm:spPr/>
      <dgm:t>
        <a:bodyPr/>
        <a:lstStyle/>
        <a:p>
          <a:endParaRPr lang="en-US"/>
        </a:p>
      </dgm:t>
    </dgm:pt>
    <dgm:pt modelId="{5B89DC2D-F2D7-40A6-9582-EF461F256271}" type="sibTrans" cxnId="{070F1733-BFDD-4868-B57C-32F8AE16E2ED}">
      <dgm:prSet/>
      <dgm:spPr/>
      <dgm:t>
        <a:bodyPr/>
        <a:lstStyle/>
        <a:p>
          <a:endParaRPr lang="en-US"/>
        </a:p>
      </dgm:t>
    </dgm:pt>
    <dgm:pt modelId="{8BE3E0B7-FD1F-4E97-8970-DB818DB54596}">
      <dgm:prSet phldrT="[Text]" custT="1"/>
      <dgm:spPr/>
      <dgm:t>
        <a:bodyPr/>
        <a:lstStyle/>
        <a:p>
          <a:r>
            <a:rPr lang="en-US" sz="1800"/>
            <a:t>Core script:</a:t>
          </a:r>
        </a:p>
      </dgm:t>
    </dgm:pt>
    <dgm:pt modelId="{3952A746-95D2-4A37-B7EB-852E346BF22C}" type="parTrans" cxnId="{EE0E16FA-CB6C-47F2-BB6C-803D4CBAF8E9}">
      <dgm:prSet/>
      <dgm:spPr/>
      <dgm:t>
        <a:bodyPr/>
        <a:lstStyle/>
        <a:p>
          <a:endParaRPr lang="en-US"/>
        </a:p>
      </dgm:t>
    </dgm:pt>
    <dgm:pt modelId="{DBE6105F-5F56-4803-8922-2B9D6804D6A9}" type="sibTrans" cxnId="{EE0E16FA-CB6C-47F2-BB6C-803D4CBAF8E9}">
      <dgm:prSet/>
      <dgm:spPr/>
      <dgm:t>
        <a:bodyPr/>
        <a:lstStyle/>
        <a:p>
          <a:endParaRPr lang="en-US"/>
        </a:p>
      </dgm:t>
    </dgm:pt>
    <dgm:pt modelId="{948CB5D9-E209-4EEB-AE0F-8171DF106C91}">
      <dgm:prSet phldrT="[Text]" custT="1"/>
      <dgm:spPr/>
      <dgm:t>
        <a:bodyPr/>
        <a:lstStyle/>
        <a:p>
          <a:r>
            <a:rPr lang="en-US" sz="1800"/>
            <a:t>Input:</a:t>
          </a:r>
        </a:p>
      </dgm:t>
    </dgm:pt>
    <dgm:pt modelId="{7E349C33-1FFF-4182-84F9-342A76257FF7}" type="parTrans" cxnId="{45BC5D8A-561A-4DDD-8F17-0DA65C0D12B3}">
      <dgm:prSet/>
      <dgm:spPr/>
      <dgm:t>
        <a:bodyPr/>
        <a:lstStyle/>
        <a:p>
          <a:endParaRPr lang="en-US"/>
        </a:p>
      </dgm:t>
    </dgm:pt>
    <dgm:pt modelId="{33B81018-EC25-4AB4-84ED-FFE89CD8D13C}" type="sibTrans" cxnId="{45BC5D8A-561A-4DDD-8F17-0DA65C0D12B3}">
      <dgm:prSet/>
      <dgm:spPr/>
      <dgm:t>
        <a:bodyPr/>
        <a:lstStyle/>
        <a:p>
          <a:endParaRPr lang="en-US"/>
        </a:p>
      </dgm:t>
    </dgm:pt>
    <dgm:pt modelId="{879A7233-A072-42FF-A09C-6969ABDA68C6}">
      <dgm:prSet phldrT="[Text]" custT="1"/>
      <dgm:spPr/>
      <dgm:t>
        <a:bodyPr/>
        <a:lstStyle/>
        <a:p>
          <a:r>
            <a:rPr lang="en-US" sz="1800"/>
            <a:t>Output:</a:t>
          </a:r>
        </a:p>
      </dgm:t>
    </dgm:pt>
    <dgm:pt modelId="{AB96F52E-976F-43CE-937B-82EF012DFC73}" type="parTrans" cxnId="{E4ECAA68-8340-4A29-8CDE-171B2FE36CDF}">
      <dgm:prSet/>
      <dgm:spPr/>
      <dgm:t>
        <a:bodyPr/>
        <a:lstStyle/>
        <a:p>
          <a:endParaRPr lang="en-US"/>
        </a:p>
      </dgm:t>
    </dgm:pt>
    <dgm:pt modelId="{6F8E78D0-AE04-4509-A734-2DBC8E6B0C58}" type="sibTrans" cxnId="{E4ECAA68-8340-4A29-8CDE-171B2FE36CDF}">
      <dgm:prSet/>
      <dgm:spPr/>
      <dgm:t>
        <a:bodyPr/>
        <a:lstStyle/>
        <a:p>
          <a:endParaRPr lang="en-US"/>
        </a:p>
      </dgm:t>
    </dgm:pt>
    <dgm:pt modelId="{593D6931-EE50-4ED6-B777-8112938AD174}">
      <dgm:prSet phldrT="[Text]" custT="1"/>
      <dgm:spPr/>
      <dgm:t>
        <a:bodyPr/>
        <a:lstStyle/>
        <a:p>
          <a:pPr marL="171450" lvl="1" indent="0" algn="l" defTabSz="800100">
            <a:lnSpc>
              <a:spcPct val="90000"/>
            </a:lnSpc>
            <a:spcBef>
              <a:spcPct val="0"/>
            </a:spcBef>
            <a:spcAft>
              <a:spcPct val="15000"/>
            </a:spcAft>
          </a:pPr>
          <a:r>
            <a:rPr lang="en-US" altLang="zh-CN" sz="1800" kern="1200"/>
            <a:t>Core script:</a:t>
          </a:r>
          <a:endParaRPr lang="en-US" sz="1800" kern="1200"/>
        </a:p>
      </dgm:t>
    </dgm:pt>
    <dgm:pt modelId="{B472D63D-44BC-49F2-BD78-9A80CCB5CEA6}" type="parTrans" cxnId="{FE2995D2-6566-4CA0-A806-121646B2116B}">
      <dgm:prSet/>
      <dgm:spPr/>
      <dgm:t>
        <a:bodyPr/>
        <a:lstStyle/>
        <a:p>
          <a:endParaRPr lang="en-US"/>
        </a:p>
      </dgm:t>
    </dgm:pt>
    <dgm:pt modelId="{9397ECE3-F7B0-41A7-91A4-CC748D9BD06F}" type="sibTrans" cxnId="{FE2995D2-6566-4CA0-A806-121646B2116B}">
      <dgm:prSet/>
      <dgm:spPr/>
      <dgm:t>
        <a:bodyPr/>
        <a:lstStyle/>
        <a:p>
          <a:endParaRPr lang="en-US"/>
        </a:p>
      </dgm:t>
    </dgm:pt>
    <dgm:pt modelId="{89463114-F6B5-4494-BB42-476EF9DC4B3C}">
      <dgm:prSet phldrT="[Text]" custT="1"/>
      <dgm:spPr/>
      <dgm:t>
        <a:bodyPr/>
        <a:lstStyle/>
        <a:p>
          <a:pPr marL="171450" lvl="1" indent="0" algn="l" defTabSz="800100">
            <a:lnSpc>
              <a:spcPct val="90000"/>
            </a:lnSpc>
            <a:spcBef>
              <a:spcPct val="0"/>
            </a:spcBef>
            <a:spcAft>
              <a:spcPct val="15000"/>
            </a:spcAft>
          </a:pPr>
          <a:r>
            <a:rPr lang="en-US" sz="1800" kern="1200"/>
            <a:t>Input:</a:t>
          </a:r>
        </a:p>
      </dgm:t>
    </dgm:pt>
    <dgm:pt modelId="{E5304081-9598-4949-9B5A-DE8DB204C739}" type="parTrans" cxnId="{86E01DA6-0BB7-4070-A2EC-08E670CD6AA8}">
      <dgm:prSet/>
      <dgm:spPr/>
      <dgm:t>
        <a:bodyPr/>
        <a:lstStyle/>
        <a:p>
          <a:endParaRPr lang="en-US"/>
        </a:p>
      </dgm:t>
    </dgm:pt>
    <dgm:pt modelId="{59BBF32B-E66A-4DC4-896B-EE4C9B77D8E7}" type="sibTrans" cxnId="{86E01DA6-0BB7-4070-A2EC-08E670CD6AA8}">
      <dgm:prSet/>
      <dgm:spPr/>
      <dgm:t>
        <a:bodyPr/>
        <a:lstStyle/>
        <a:p>
          <a:endParaRPr lang="en-US"/>
        </a:p>
      </dgm:t>
    </dgm:pt>
    <dgm:pt modelId="{11842202-541E-4003-AA87-19BABA94CDB6}">
      <dgm:prSet custT="1"/>
      <dgm:spPr/>
      <dgm:t>
        <a:bodyPr/>
        <a:lstStyle/>
        <a:p>
          <a:pPr marL="342900" lvl="2" indent="0" algn="l" defTabSz="800100">
            <a:lnSpc>
              <a:spcPct val="90000"/>
            </a:lnSpc>
            <a:spcBef>
              <a:spcPct val="0"/>
            </a:spcBef>
            <a:spcAft>
              <a:spcPct val="15000"/>
            </a:spcAft>
            <a:buFont typeface="Courier New" panose="02070309020205020404" pitchFamily="49" charset="0"/>
            <a:buChar char="o"/>
          </a:pPr>
          <a:r>
            <a:rPr lang="en-US" sz="1800" kern="1200" err="1">
              <a:solidFill>
                <a:srgbClr val="FFFF00"/>
              </a:solidFill>
              <a:latin typeface="Calibri" panose="020F0502020204030204"/>
              <a:ea typeface="+mn-ea"/>
              <a:cs typeface="+mn-cs"/>
            </a:rPr>
            <a:t>report.csh</a:t>
          </a:r>
          <a:endParaRPr lang="en-US" sz="1800" kern="1200">
            <a:solidFill>
              <a:srgbClr val="FFFF00"/>
            </a:solidFill>
            <a:latin typeface="Calibri" panose="020F0502020204030204"/>
            <a:ea typeface="+mn-ea"/>
            <a:cs typeface="+mn-cs"/>
          </a:endParaRPr>
        </a:p>
      </dgm:t>
    </dgm:pt>
    <dgm:pt modelId="{2EB34823-A61C-4ED4-AE70-F4205D808EAC}" type="parTrans" cxnId="{A86345CB-A5CD-484B-BE68-873A75A05E71}">
      <dgm:prSet/>
      <dgm:spPr/>
      <dgm:t>
        <a:bodyPr/>
        <a:lstStyle/>
        <a:p>
          <a:endParaRPr lang="en-US"/>
        </a:p>
      </dgm:t>
    </dgm:pt>
    <dgm:pt modelId="{34DE861C-3C8D-4885-ABB8-386F3D3A4BD5}" type="sibTrans" cxnId="{A86345CB-A5CD-484B-BE68-873A75A05E71}">
      <dgm:prSet/>
      <dgm:spPr/>
      <dgm:t>
        <a:bodyPr/>
        <a:lstStyle/>
        <a:p>
          <a:endParaRPr lang="en-US"/>
        </a:p>
      </dgm:t>
    </dgm:pt>
    <dgm:pt modelId="{DACD183A-3AAF-4D93-9D12-05BD07CBC649}">
      <dgm:prSet phldrT="[Text]" custT="1"/>
      <dgm:spPr/>
      <dgm:t>
        <a:bodyPr/>
        <a:lstStyle/>
        <a:p>
          <a:pPr marL="342900" lvl="2" indent="-171450" algn="l" defTabSz="800100">
            <a:lnSpc>
              <a:spcPct val="90000"/>
            </a:lnSpc>
            <a:spcBef>
              <a:spcPct val="0"/>
            </a:spcBef>
            <a:spcAft>
              <a:spcPct val="15000"/>
            </a:spcAft>
            <a:buChar char="•"/>
          </a:pPr>
          <a:r>
            <a:rPr lang="en-US" sz="1800" kern="1200">
              <a:solidFill>
                <a:prstClr val="black">
                  <a:hueOff val="0"/>
                  <a:satOff val="0"/>
                  <a:lumOff val="0"/>
                  <a:alphaOff val="0"/>
                </a:prstClr>
              </a:solidFill>
              <a:latin typeface="Calibri" panose="020F0502020204030204"/>
              <a:ea typeface="+mn-ea"/>
              <a:cs typeface="+mn-cs"/>
            </a:rPr>
            <a:t>Output:</a:t>
          </a:r>
        </a:p>
      </dgm:t>
    </dgm:pt>
    <dgm:pt modelId="{21831651-A892-4874-857B-9653609500DF}" type="sibTrans" cxnId="{8E3D75E8-4033-473C-A901-A73D5610CEC9}">
      <dgm:prSet/>
      <dgm:spPr/>
      <dgm:t>
        <a:bodyPr/>
        <a:lstStyle/>
        <a:p>
          <a:endParaRPr lang="en-US"/>
        </a:p>
      </dgm:t>
    </dgm:pt>
    <dgm:pt modelId="{F8AB88DD-C422-4FAB-9943-79B996AACFFC}" type="parTrans" cxnId="{8E3D75E8-4033-473C-A901-A73D5610CEC9}">
      <dgm:prSet/>
      <dgm:spPr/>
      <dgm:t>
        <a:bodyPr/>
        <a:lstStyle/>
        <a:p>
          <a:endParaRPr lang="en-US"/>
        </a:p>
      </dgm:t>
    </dgm:pt>
    <dgm:pt modelId="{AF40C729-1ABB-4A8B-8E24-2CDD8288DE9E}">
      <dgm:prSet phldrT="[Text]" custT="1"/>
      <dgm:spPr/>
      <dgm:t>
        <a:bodyPr/>
        <a:lstStyle/>
        <a:p>
          <a:pPr marL="342900" lvl="2" indent="-171450" algn="l" defTabSz="800100">
            <a:lnSpc>
              <a:spcPct val="90000"/>
            </a:lnSpc>
            <a:spcBef>
              <a:spcPct val="0"/>
            </a:spcBef>
            <a:spcAft>
              <a:spcPct val="15000"/>
            </a:spcAft>
            <a:buFont typeface="Courier New" panose="02070309020205020404" pitchFamily="49" charset="0"/>
            <a:buChar char="o"/>
          </a:pPr>
          <a:r>
            <a:rPr lang="en-US" sz="1800" kern="1200">
              <a:solidFill>
                <a:prstClr val="black">
                  <a:hueOff val="0"/>
                  <a:satOff val="0"/>
                  <a:lumOff val="0"/>
                  <a:alphaOff val="0"/>
                </a:prstClr>
              </a:solidFill>
              <a:latin typeface="Calibri" panose="020F0502020204030204"/>
              <a:ea typeface="+mn-ea"/>
              <a:cs typeface="+mn-cs"/>
            </a:rPr>
            <a:t>Linux email/html</a:t>
          </a:r>
        </a:p>
      </dgm:t>
    </dgm:pt>
    <dgm:pt modelId="{0CCC11FE-F664-426A-9598-48C5ED157F4A}" type="sibTrans" cxnId="{BB9F2653-2106-4880-AFB2-B19AF2518480}">
      <dgm:prSet/>
      <dgm:spPr/>
      <dgm:t>
        <a:bodyPr/>
        <a:lstStyle/>
        <a:p>
          <a:endParaRPr lang="en-US"/>
        </a:p>
      </dgm:t>
    </dgm:pt>
    <dgm:pt modelId="{DA9FD2B4-2AB0-459A-BE0E-113CB0372774}" type="parTrans" cxnId="{BB9F2653-2106-4880-AFB2-B19AF2518480}">
      <dgm:prSet/>
      <dgm:spPr/>
      <dgm:t>
        <a:bodyPr/>
        <a:lstStyle/>
        <a:p>
          <a:endParaRPr lang="en-US"/>
        </a:p>
      </dgm:t>
    </dgm:pt>
    <dgm:pt modelId="{CCF30F08-2B10-4D67-9217-ABCE8D32AC8B}">
      <dgm:prSet phldrT="[Text]" custT="1"/>
      <dgm:spPr/>
      <dgm:t>
        <a:bodyPr/>
        <a:lstStyle/>
        <a:p>
          <a:pPr>
            <a:buFont typeface="Courier New" panose="02070309020205020404" pitchFamily="49" charset="0"/>
            <a:buChar char="o"/>
          </a:pPr>
          <a:r>
            <a:rPr lang="en-US" sz="1800"/>
            <a:t>run</a:t>
          </a:r>
          <a:r>
            <a:rPr lang="en-US" altLang="zh-CN" sz="1800"/>
            <a:t>Execution_$date.log</a:t>
          </a:r>
          <a:endParaRPr lang="en-US" sz="1800"/>
        </a:p>
      </dgm:t>
    </dgm:pt>
    <dgm:pt modelId="{47C9AA45-02A4-409D-8D2D-F76C9495E0C0}" type="sibTrans" cxnId="{332F8580-55F4-4637-B908-15C6B3013AE4}">
      <dgm:prSet/>
      <dgm:spPr/>
      <dgm:t>
        <a:bodyPr/>
        <a:lstStyle/>
        <a:p>
          <a:endParaRPr lang="en-US"/>
        </a:p>
      </dgm:t>
    </dgm:pt>
    <dgm:pt modelId="{B6D4307E-54FC-479F-91C9-1C3621998215}" type="parTrans" cxnId="{332F8580-55F4-4637-B908-15C6B3013AE4}">
      <dgm:prSet/>
      <dgm:spPr/>
      <dgm:t>
        <a:bodyPr/>
        <a:lstStyle/>
        <a:p>
          <a:endParaRPr lang="en-US"/>
        </a:p>
      </dgm:t>
    </dgm:pt>
    <dgm:pt modelId="{00DA08A7-8E07-4B2E-A0D3-A8656D6278E9}">
      <dgm:prSet phldrT="[Text]" custT="1"/>
      <dgm:spPr/>
      <dgm:t>
        <a:bodyPr/>
        <a:lstStyle/>
        <a:p>
          <a:pPr marL="171450" lvl="1" indent="0" algn="l" defTabSz="800100">
            <a:lnSpc>
              <a:spcPct val="90000"/>
            </a:lnSpc>
            <a:spcBef>
              <a:spcPct val="0"/>
            </a:spcBef>
            <a:spcAft>
              <a:spcPct val="15000"/>
            </a:spcAft>
            <a:buFont typeface="Courier New" panose="02070309020205020404" pitchFamily="49" charset="0"/>
            <a:buChar char="o"/>
          </a:pPr>
          <a:r>
            <a:rPr lang="en-US" altLang="zh-CN" sz="1800" kern="1200"/>
            <a:t>Logs/$target.log.gz</a:t>
          </a:r>
          <a:endParaRPr lang="en-US" sz="1800" kern="1200"/>
        </a:p>
      </dgm:t>
    </dgm:pt>
    <dgm:pt modelId="{3BB0761A-7043-4D5C-91C6-9873345F6B1F}" type="parTrans" cxnId="{C5A5D3CF-F053-4FEF-8666-67215BC08A55}">
      <dgm:prSet/>
      <dgm:spPr/>
      <dgm:t>
        <a:bodyPr/>
        <a:lstStyle/>
        <a:p>
          <a:endParaRPr lang="en-US"/>
        </a:p>
      </dgm:t>
    </dgm:pt>
    <dgm:pt modelId="{CE8276F8-29DB-4BA9-9C91-C752A11AE873}" type="sibTrans" cxnId="{C5A5D3CF-F053-4FEF-8666-67215BC08A55}">
      <dgm:prSet/>
      <dgm:spPr/>
      <dgm:t>
        <a:bodyPr/>
        <a:lstStyle/>
        <a:p>
          <a:endParaRPr lang="en-US"/>
        </a:p>
      </dgm:t>
    </dgm:pt>
    <dgm:pt modelId="{1DF952E7-2029-4791-A2E4-767356035FEB}" type="pres">
      <dgm:prSet presAssocID="{705A35A6-5E8B-4292-9A8A-EC9A43535F96}" presName="Name0" presStyleCnt="0">
        <dgm:presLayoutVars>
          <dgm:dir/>
          <dgm:animLvl val="lvl"/>
          <dgm:resizeHandles val="exact"/>
        </dgm:presLayoutVars>
      </dgm:prSet>
      <dgm:spPr/>
    </dgm:pt>
    <dgm:pt modelId="{78FB4CDE-43C1-4A42-9808-D6B74C85FFDF}" type="pres">
      <dgm:prSet presAssocID="{79DC4A27-5A22-42E9-9FDF-00EEB59CB06D}" presName="composite" presStyleCnt="0"/>
      <dgm:spPr/>
    </dgm:pt>
    <dgm:pt modelId="{ED31DD7D-C7C7-4B53-B3B6-C2B6C31852D5}" type="pres">
      <dgm:prSet presAssocID="{79DC4A27-5A22-42E9-9FDF-00EEB59CB06D}" presName="parTx" presStyleLbl="alignNode1" presStyleIdx="0" presStyleCnt="3">
        <dgm:presLayoutVars>
          <dgm:chMax val="0"/>
          <dgm:chPref val="0"/>
          <dgm:bulletEnabled val="1"/>
        </dgm:presLayoutVars>
      </dgm:prSet>
      <dgm:spPr/>
    </dgm:pt>
    <dgm:pt modelId="{6C8EB9BD-8821-46D2-9A29-E65811D5AD3F}" type="pres">
      <dgm:prSet presAssocID="{79DC4A27-5A22-42E9-9FDF-00EEB59CB06D}" presName="desTx" presStyleLbl="alignAccFollowNode1" presStyleIdx="0" presStyleCnt="3">
        <dgm:presLayoutVars>
          <dgm:bulletEnabled val="1"/>
        </dgm:presLayoutVars>
      </dgm:prSet>
      <dgm:spPr/>
    </dgm:pt>
    <dgm:pt modelId="{5A046F90-D8DF-4E2C-8114-84D8561FCC66}" type="pres">
      <dgm:prSet presAssocID="{C122D53F-3253-4668-81C8-7D314A7187E3}" presName="space" presStyleCnt="0"/>
      <dgm:spPr/>
    </dgm:pt>
    <dgm:pt modelId="{4E312F4D-A049-49FE-9CD8-4B34B481C275}" type="pres">
      <dgm:prSet presAssocID="{0C9B10AA-8613-4549-B52F-34CCFC51AE1B}" presName="composite" presStyleCnt="0"/>
      <dgm:spPr/>
    </dgm:pt>
    <dgm:pt modelId="{868C2305-FF8C-405B-A9C6-2C78F98E1637}" type="pres">
      <dgm:prSet presAssocID="{0C9B10AA-8613-4549-B52F-34CCFC51AE1B}" presName="parTx" presStyleLbl="alignNode1" presStyleIdx="1" presStyleCnt="3">
        <dgm:presLayoutVars>
          <dgm:chMax val="0"/>
          <dgm:chPref val="0"/>
          <dgm:bulletEnabled val="1"/>
        </dgm:presLayoutVars>
      </dgm:prSet>
      <dgm:spPr/>
    </dgm:pt>
    <dgm:pt modelId="{44BC4986-BEAA-4165-8338-E8B9784D5621}" type="pres">
      <dgm:prSet presAssocID="{0C9B10AA-8613-4549-B52F-34CCFC51AE1B}" presName="desTx" presStyleLbl="alignAccFollowNode1" presStyleIdx="1" presStyleCnt="3">
        <dgm:presLayoutVars>
          <dgm:bulletEnabled val="1"/>
        </dgm:presLayoutVars>
      </dgm:prSet>
      <dgm:spPr/>
    </dgm:pt>
    <dgm:pt modelId="{1FF59D5E-3F82-4604-A0E3-25F092183720}" type="pres">
      <dgm:prSet presAssocID="{30E89918-3928-4A3E-854D-7FC0576474BB}" presName="space" presStyleCnt="0"/>
      <dgm:spPr/>
    </dgm:pt>
    <dgm:pt modelId="{0B097D2C-A5C1-4F00-B9C2-9C38D0E3AEF2}" type="pres">
      <dgm:prSet presAssocID="{B654DA3C-3B7F-4D3D-A0D1-1148301FA241}" presName="composite" presStyleCnt="0"/>
      <dgm:spPr/>
    </dgm:pt>
    <dgm:pt modelId="{65064134-1A19-4762-A8E2-75E712A64ABF}" type="pres">
      <dgm:prSet presAssocID="{B654DA3C-3B7F-4D3D-A0D1-1148301FA241}" presName="parTx" presStyleLbl="alignNode1" presStyleIdx="2" presStyleCnt="3">
        <dgm:presLayoutVars>
          <dgm:chMax val="0"/>
          <dgm:chPref val="0"/>
          <dgm:bulletEnabled val="1"/>
        </dgm:presLayoutVars>
      </dgm:prSet>
      <dgm:spPr/>
    </dgm:pt>
    <dgm:pt modelId="{2F3C56AE-7F1A-4223-A106-CFAAC15F2E9E}" type="pres">
      <dgm:prSet presAssocID="{B654DA3C-3B7F-4D3D-A0D1-1148301FA241}" presName="desTx" presStyleLbl="alignAccFollowNode1" presStyleIdx="2" presStyleCnt="3">
        <dgm:presLayoutVars>
          <dgm:bulletEnabled val="1"/>
        </dgm:presLayoutVars>
      </dgm:prSet>
      <dgm:spPr/>
    </dgm:pt>
  </dgm:ptLst>
  <dgm:cxnLst>
    <dgm:cxn modelId="{32720706-C4AE-4F24-887D-4F2A3000802F}" type="presOf" srcId="{6F4E0B0B-16F8-4B1A-900F-1F3D0950BCDF}" destId="{6C8EB9BD-8821-46D2-9A29-E65811D5AD3F}" srcOrd="0" destOrd="2" presId="urn:microsoft.com/office/officeart/2005/8/layout/hList1"/>
    <dgm:cxn modelId="{F684C609-4728-4E85-AA47-77B8AE953D95}" srcId="{79DC4A27-5A22-42E9-9FDF-00EEB59CB06D}" destId="{6F4E0B0B-16F8-4B1A-900F-1F3D0950BCDF}" srcOrd="1" destOrd="0" parTransId="{D24A7695-B927-4E42-AD43-1BD26E30D92C}" sibTransId="{5C649865-21C4-445A-B282-965AF718DDB3}"/>
    <dgm:cxn modelId="{6764F20E-0A49-4C11-8451-21D501308186}" type="presOf" srcId="{FAEB9B30-E937-415B-ADFC-A5064FEC76CD}" destId="{44BC4986-BEAA-4165-8338-E8B9784D5621}" srcOrd="0" destOrd="3" presId="urn:microsoft.com/office/officeart/2005/8/layout/hList1"/>
    <dgm:cxn modelId="{3E22B510-5F22-4B95-B479-0C85C103349E}" srcId="{6F4E0B0B-16F8-4B1A-900F-1F3D0950BCDF}" destId="{72CB854C-7423-4DDD-BD22-82571C7F56AF}" srcOrd="2" destOrd="0" parTransId="{464412FF-3268-40EA-9838-DA0026749E4B}" sibTransId="{314C1C11-3A05-4410-AE36-5FF8EBCA049B}"/>
    <dgm:cxn modelId="{08711A15-B6DD-4303-BBD9-39EF3E89B978}" type="presOf" srcId="{00DA08A7-8E07-4B2E-A0D3-A8656D6278E9}" destId="{2F3C56AE-7F1A-4223-A106-CFAAC15F2E9E}" srcOrd="0" destOrd="7" presId="urn:microsoft.com/office/officeart/2005/8/layout/hList1"/>
    <dgm:cxn modelId="{1E149319-11C6-4369-87BC-B718DBADA732}" type="presOf" srcId="{C22E3B74-16F4-4871-AEE4-DCEBB9B4F3BC}" destId="{6C8EB9BD-8821-46D2-9A29-E65811D5AD3F}" srcOrd="0" destOrd="6" presId="urn:microsoft.com/office/officeart/2005/8/layout/hList1"/>
    <dgm:cxn modelId="{0F52FA1E-8B70-4352-BDB3-0354F1D1B28A}" type="presOf" srcId="{89463114-F6B5-4494-BB42-476EF9DC4B3C}" destId="{2F3C56AE-7F1A-4223-A106-CFAAC15F2E9E}" srcOrd="0" destOrd="5" presId="urn:microsoft.com/office/officeart/2005/8/layout/hList1"/>
    <dgm:cxn modelId="{8DDC1A2F-C839-4035-AFCF-C720957EE7E9}" type="presOf" srcId="{DACD183A-3AAF-4D93-9D12-05BD07CBC649}" destId="{2F3C56AE-7F1A-4223-A106-CFAAC15F2E9E}" srcOrd="0" destOrd="8" presId="urn:microsoft.com/office/officeart/2005/8/layout/hList1"/>
    <dgm:cxn modelId="{8EB7C130-F73D-4733-B140-3412AEBDACAE}" type="presOf" srcId="{5D29DE86-051A-497B-ADCB-2F116FF3221E}" destId="{6C8EB9BD-8821-46D2-9A29-E65811D5AD3F}" srcOrd="0" destOrd="3" presId="urn:microsoft.com/office/officeart/2005/8/layout/hList1"/>
    <dgm:cxn modelId="{0C8E9631-0DAA-4B88-A882-7198707AC837}" type="presOf" srcId="{C9365FC2-EC92-43CF-AA30-F58090D17CE6}" destId="{6C8EB9BD-8821-46D2-9A29-E65811D5AD3F}" srcOrd="0" destOrd="7" presId="urn:microsoft.com/office/officeart/2005/8/layout/hList1"/>
    <dgm:cxn modelId="{3D5F6532-5F4E-4687-A4C0-ED1C7808E17D}" type="presOf" srcId="{79DC4A27-5A22-42E9-9FDF-00EEB59CB06D}" destId="{ED31DD7D-C7C7-4B53-B3B6-C2B6C31852D5}" srcOrd="0" destOrd="0" presId="urn:microsoft.com/office/officeart/2005/8/layout/hList1"/>
    <dgm:cxn modelId="{070F1733-BFDD-4868-B57C-32F8AE16E2ED}" srcId="{79DC4A27-5A22-42E9-9FDF-00EEB59CB06D}" destId="{782CBB8D-6EEB-44FA-8B01-79D3126A7DAF}" srcOrd="0" destOrd="0" parTransId="{F54895EE-8424-493E-9F27-6CF5AD91AD3E}" sibTransId="{5B89DC2D-F2D7-40A6-9582-EF461F256271}"/>
    <dgm:cxn modelId="{7426D638-435A-4E79-A04A-7E7E6481F541}" type="presOf" srcId="{593D6931-EE50-4ED6-B777-8112938AD174}" destId="{2F3C56AE-7F1A-4223-A106-CFAAC15F2E9E}" srcOrd="0" destOrd="0" presId="urn:microsoft.com/office/officeart/2005/8/layout/hList1"/>
    <dgm:cxn modelId="{42B0AE3C-6717-4B9A-8F7B-01F7DFDDDEFC}" srcId="{6F4E0B0B-16F8-4B1A-900F-1F3D0950BCDF}" destId="{FDA1EC13-2021-4D98-97AA-FA7CC865757D}" srcOrd="1" destOrd="0" parTransId="{58BCBD7E-6F96-4C48-8354-A9DE62B825B0}" sibTransId="{28AD422D-64D8-4C87-90E5-BA4C00913701}"/>
    <dgm:cxn modelId="{BFD03F44-51F0-4570-9078-230DB2C85220}" type="presOf" srcId="{705A35A6-5E8B-4292-9A8A-EC9A43535F96}" destId="{1DF952E7-2029-4791-A2E4-767356035FEB}" srcOrd="0" destOrd="0" presId="urn:microsoft.com/office/officeart/2005/8/layout/hList1"/>
    <dgm:cxn modelId="{5A52E844-D435-4155-A7FC-4E91A39AB0ED}" srcId="{79DC4A27-5A22-42E9-9FDF-00EEB59CB06D}" destId="{C22E3B74-16F4-4871-AEE4-DCEBB9B4F3BC}" srcOrd="2" destOrd="0" parTransId="{CBBA4D93-0AF0-455C-8901-8D00A5F278E0}" sibTransId="{57DBD640-26B8-455E-A46C-6F346A19EC48}"/>
    <dgm:cxn modelId="{E4ECAA68-8340-4A29-8CDE-171B2FE36CDF}" srcId="{0C9B10AA-8613-4549-B52F-34CCFC51AE1B}" destId="{879A7233-A072-42FF-A09C-6969ABDA68C6}" srcOrd="2" destOrd="0" parTransId="{AB96F52E-976F-43CE-937B-82EF012DFC73}" sibTransId="{6F8E78D0-AE04-4509-A734-2DBC8E6B0C58}"/>
    <dgm:cxn modelId="{318EC469-8807-4C5D-870A-AA62C0CC20C1}" srcId="{593D6931-EE50-4ED6-B777-8112938AD174}" destId="{150E2464-87C4-4544-817A-BF1F1A17130A}" srcOrd="2" destOrd="0" parTransId="{1F526FBE-271A-46C8-A08C-1C73EEB1AC30}" sibTransId="{0B373C1D-F4C0-48C4-9D47-E3B42D220E2B}"/>
    <dgm:cxn modelId="{5A33686D-DBF8-4182-A7AB-0149160BA9F4}" type="presOf" srcId="{54D5D361-F4F6-473E-82F4-1D652FB1B06F}" destId="{44BC4986-BEAA-4165-8338-E8B9784D5621}" srcOrd="0" destOrd="1" presId="urn:microsoft.com/office/officeart/2005/8/layout/hList1"/>
    <dgm:cxn modelId="{4EE1EA6E-2B45-4802-84DC-AC2452CC5456}" type="presOf" srcId="{89D97D51-F53F-484A-9F47-0A12D5B3F696}" destId="{2F3C56AE-7F1A-4223-A106-CFAAC15F2E9E}" srcOrd="0" destOrd="1" presId="urn:microsoft.com/office/officeart/2005/8/layout/hList1"/>
    <dgm:cxn modelId="{BB9F2653-2106-4880-AFB2-B19AF2518480}" srcId="{DACD183A-3AAF-4D93-9D12-05BD07CBC649}" destId="{AF40C729-1ABB-4A8B-8E24-2CDD8288DE9E}" srcOrd="0" destOrd="0" parTransId="{DA9FD2B4-2AB0-459A-BE0E-113CB0372774}" sibTransId="{0CCC11FE-F664-426A-9598-48C5ED157F4A}"/>
    <dgm:cxn modelId="{2DF7AC74-8E02-41EF-8BD3-E3F61B7A55D9}" srcId="{89463114-F6B5-4494-BB42-476EF9DC4B3C}" destId="{EEC740DE-1A8D-42EA-9890-26207DDED816}" srcOrd="0" destOrd="0" parTransId="{0D663CAA-6AF6-4CE4-B68B-7F89637D4CAC}" sibTransId="{BB4770C7-C9D6-40F2-B29E-0B4C9DED9018}"/>
    <dgm:cxn modelId="{FAC3B456-D478-49E8-8745-57A4CB439A84}" type="presOf" srcId="{EB1E8C08-F562-4E2A-87EF-5340664FD8C7}" destId="{6C8EB9BD-8821-46D2-9A29-E65811D5AD3F}" srcOrd="0" destOrd="1" presId="urn:microsoft.com/office/officeart/2005/8/layout/hList1"/>
    <dgm:cxn modelId="{42ADE856-A270-4E5E-BA12-5647503DD13F}" type="presOf" srcId="{E37120B9-711A-4D5D-8990-CB700FD321A6}" destId="{2F3C56AE-7F1A-4223-A106-CFAAC15F2E9E}" srcOrd="0" destOrd="2" presId="urn:microsoft.com/office/officeart/2005/8/layout/hList1"/>
    <dgm:cxn modelId="{332F8580-55F4-4637-B908-15C6B3013AE4}" srcId="{879A7233-A072-42FF-A09C-6969ABDA68C6}" destId="{CCF30F08-2B10-4D67-9217-ABCE8D32AC8B}" srcOrd="1" destOrd="0" parTransId="{B6D4307E-54FC-479F-91C9-1C3621998215}" sibTransId="{47C9AA45-02A4-409D-8D2D-F76C9495E0C0}"/>
    <dgm:cxn modelId="{45BC5D8A-561A-4DDD-8F17-0DA65C0D12B3}" srcId="{0C9B10AA-8613-4549-B52F-34CCFC51AE1B}" destId="{948CB5D9-E209-4EEB-AE0F-8171DF106C91}" srcOrd="1" destOrd="0" parTransId="{7E349C33-1FFF-4182-84F9-342A76257FF7}" sibTransId="{33B81018-EC25-4AB4-84ED-FFE89CD8D13C}"/>
    <dgm:cxn modelId="{B01E4C93-B34E-4919-9D5F-14CC957D3E3A}" srcId="{782CBB8D-6EEB-44FA-8B01-79D3126A7DAF}" destId="{EB1E8C08-F562-4E2A-87EF-5340664FD8C7}" srcOrd="0" destOrd="0" parTransId="{22D66FDD-2519-4FF8-9C8D-99CF707384D7}" sibTransId="{70FCDF49-90D8-4FF7-850A-D30F3465F390}"/>
    <dgm:cxn modelId="{8A558393-9EF7-40F2-9C59-C4AC5CAC822F}" srcId="{C22E3B74-16F4-4871-AEE4-DCEBB9B4F3BC}" destId="{C9365FC2-EC92-43CF-AA30-F58090D17CE6}" srcOrd="0" destOrd="0" parTransId="{EEA59D07-6014-4B1A-A22C-C870613322CF}" sibTransId="{CC9B4F01-83A3-45FE-A565-97E4FA15D392}"/>
    <dgm:cxn modelId="{2D7E789F-F5A0-4052-9368-42245FC0D409}" type="presOf" srcId="{782CBB8D-6EEB-44FA-8B01-79D3126A7DAF}" destId="{6C8EB9BD-8821-46D2-9A29-E65811D5AD3F}" srcOrd="0" destOrd="0" presId="urn:microsoft.com/office/officeart/2005/8/layout/hList1"/>
    <dgm:cxn modelId="{7D750AA2-9114-4797-AB83-6842D2840A76}" type="presOf" srcId="{AF40C729-1ABB-4A8B-8E24-2CDD8288DE9E}" destId="{2F3C56AE-7F1A-4223-A106-CFAAC15F2E9E}" srcOrd="0" destOrd="9" presId="urn:microsoft.com/office/officeart/2005/8/layout/hList1"/>
    <dgm:cxn modelId="{45B735A4-2461-4713-80B6-F0DAB524B9A0}" type="presOf" srcId="{B654DA3C-3B7F-4D3D-A0D1-1148301FA241}" destId="{65064134-1A19-4762-A8E2-75E712A64ABF}" srcOrd="0" destOrd="0" presId="urn:microsoft.com/office/officeart/2005/8/layout/hList1"/>
    <dgm:cxn modelId="{86E01DA6-0BB7-4070-A2EC-08E670CD6AA8}" srcId="{B654DA3C-3B7F-4D3D-A0D1-1148301FA241}" destId="{89463114-F6B5-4494-BB42-476EF9DC4B3C}" srcOrd="1" destOrd="0" parTransId="{E5304081-9598-4949-9B5A-DE8DB204C739}" sibTransId="{59BBF32B-E66A-4DC4-896B-EE4C9B77D8E7}"/>
    <dgm:cxn modelId="{33DC6DA9-A36E-4B6D-8E16-5D975D7CA993}" type="presOf" srcId="{FDA1EC13-2021-4D98-97AA-FA7CC865757D}" destId="{6C8EB9BD-8821-46D2-9A29-E65811D5AD3F}" srcOrd="0" destOrd="4" presId="urn:microsoft.com/office/officeart/2005/8/layout/hList1"/>
    <dgm:cxn modelId="{54AA26AD-ADB0-437E-AF59-683BEE5F85FA}" type="presOf" srcId="{948CB5D9-E209-4EEB-AE0F-8171DF106C91}" destId="{44BC4986-BEAA-4165-8338-E8B9784D5621}" srcOrd="0" destOrd="2" presId="urn:microsoft.com/office/officeart/2005/8/layout/hList1"/>
    <dgm:cxn modelId="{10903DC9-5268-46B6-B01F-F139AF0304B0}" type="presOf" srcId="{5188B12C-6226-4B85-979A-E3706DC522E2}" destId="{44BC4986-BEAA-4165-8338-E8B9784D5621}" srcOrd="0" destOrd="5" presId="urn:microsoft.com/office/officeart/2005/8/layout/hList1"/>
    <dgm:cxn modelId="{A86345CB-A5CD-484B-BE68-873A75A05E71}" srcId="{593D6931-EE50-4ED6-B777-8112938AD174}" destId="{11842202-541E-4003-AA87-19BABA94CDB6}" srcOrd="3" destOrd="0" parTransId="{2EB34823-A61C-4ED4-AE70-F4205D808EAC}" sibTransId="{34DE861C-3C8D-4885-ABB8-386F3D3A4BD5}"/>
    <dgm:cxn modelId="{31D614CD-B42F-491B-AC16-73268DA2E5D9}" srcId="{705A35A6-5E8B-4292-9A8A-EC9A43535F96}" destId="{B654DA3C-3B7F-4D3D-A0D1-1148301FA241}" srcOrd="2" destOrd="0" parTransId="{C9848535-D7F9-4333-A203-7D2A283D42E8}" sibTransId="{3EDFD9C2-15CE-4F89-9442-B39A596F555D}"/>
    <dgm:cxn modelId="{C5A5D3CF-F053-4FEF-8666-67215BC08A55}" srcId="{89463114-F6B5-4494-BB42-476EF9DC4B3C}" destId="{00DA08A7-8E07-4B2E-A0D3-A8656D6278E9}" srcOrd="1" destOrd="0" parTransId="{3BB0761A-7043-4D5C-91C6-9873345F6B1F}" sibTransId="{CE8276F8-29DB-4BA9-9C91-C752A11AE873}"/>
    <dgm:cxn modelId="{FE2995D2-6566-4CA0-A806-121646B2116B}" srcId="{B654DA3C-3B7F-4D3D-A0D1-1148301FA241}" destId="{593D6931-EE50-4ED6-B777-8112938AD174}" srcOrd="0" destOrd="0" parTransId="{B472D63D-44BC-49F2-BD78-9A80CCB5CEA6}" sibTransId="{9397ECE3-F7B0-41A7-91A4-CC748D9BD06F}"/>
    <dgm:cxn modelId="{3A197BD3-1380-45EF-A614-46025D8A608C}" srcId="{705A35A6-5E8B-4292-9A8A-EC9A43535F96}" destId="{0C9B10AA-8613-4549-B52F-34CCFC51AE1B}" srcOrd="1" destOrd="0" parTransId="{DFC116C6-2A83-491B-9544-F2C32DC7744B}" sibTransId="{30E89918-3928-4A3E-854D-7FC0576474BB}"/>
    <dgm:cxn modelId="{89C147D5-A899-4E3B-A441-288B26B57FC8}" type="presOf" srcId="{8BE3E0B7-FD1F-4E97-8970-DB818DB54596}" destId="{44BC4986-BEAA-4165-8338-E8B9784D5621}" srcOrd="0" destOrd="0" presId="urn:microsoft.com/office/officeart/2005/8/layout/hList1"/>
    <dgm:cxn modelId="{A87C20D6-C858-4835-9B3D-D36939EA2F80}" type="presOf" srcId="{879A7233-A072-42FF-A09C-6969ABDA68C6}" destId="{44BC4986-BEAA-4165-8338-E8B9784D5621}" srcOrd="0" destOrd="4" presId="urn:microsoft.com/office/officeart/2005/8/layout/hList1"/>
    <dgm:cxn modelId="{0ABBA4DA-78C5-4D11-B113-84B00AF1758F}" type="presOf" srcId="{EEC740DE-1A8D-42EA-9890-26207DDED816}" destId="{2F3C56AE-7F1A-4223-A106-CFAAC15F2E9E}" srcOrd="0" destOrd="6" presId="urn:microsoft.com/office/officeart/2005/8/layout/hList1"/>
    <dgm:cxn modelId="{D88671DD-F080-4E11-8364-39A9EBCDB6F1}" srcId="{879A7233-A072-42FF-A09C-6969ABDA68C6}" destId="{5188B12C-6226-4B85-979A-E3706DC522E2}" srcOrd="0" destOrd="0" parTransId="{801D7467-561E-4417-BD02-58E854CE3B95}" sibTransId="{78C1327D-DAC6-4364-A282-71F1C4C59D4E}"/>
    <dgm:cxn modelId="{CAAE60DE-65E6-46CE-938D-C03F49C6A77E}" srcId="{948CB5D9-E209-4EEB-AE0F-8171DF106C91}" destId="{FAEB9B30-E937-415B-ADFC-A5064FEC76CD}" srcOrd="0" destOrd="0" parTransId="{9268E8DA-E9BF-422E-994F-D10D0FA50C2D}" sibTransId="{41253258-A7F4-4DB7-AF30-D342CEC27F22}"/>
    <dgm:cxn modelId="{0F4CB9DE-930B-4AC6-9E18-69C8FAD87B4D}" type="presOf" srcId="{72CB854C-7423-4DDD-BD22-82571C7F56AF}" destId="{6C8EB9BD-8821-46D2-9A29-E65811D5AD3F}" srcOrd="0" destOrd="5" presId="urn:microsoft.com/office/officeart/2005/8/layout/hList1"/>
    <dgm:cxn modelId="{9D41BCE2-6419-4464-85A9-64A5AD2E2697}" type="presOf" srcId="{0C9B10AA-8613-4549-B52F-34CCFC51AE1B}" destId="{868C2305-FF8C-405B-A9C6-2C78F98E1637}" srcOrd="0" destOrd="0" presId="urn:microsoft.com/office/officeart/2005/8/layout/hList1"/>
    <dgm:cxn modelId="{052BE1E5-6FC0-4990-A7C7-1E2F7C601995}" srcId="{8BE3E0B7-FD1F-4E97-8970-DB818DB54596}" destId="{54D5D361-F4F6-473E-82F4-1D652FB1B06F}" srcOrd="0" destOrd="0" parTransId="{1CD4A607-B77C-4BB3-8E87-E795CC9F362B}" sibTransId="{2C23880F-BFC5-4675-B6EF-FAF8A01A7CBD}"/>
    <dgm:cxn modelId="{A610B5E7-EFDB-4592-9E72-64C2AE36FC3F}" srcId="{6F4E0B0B-16F8-4B1A-900F-1F3D0950BCDF}" destId="{5D29DE86-051A-497B-ADCB-2F116FF3221E}" srcOrd="0" destOrd="0" parTransId="{55893C60-D067-4AFF-892B-015CBE2BD51B}" sibTransId="{0A7512EE-5CC4-464F-9D71-4306EB8BD0C1}"/>
    <dgm:cxn modelId="{8E3D75E8-4033-473C-A901-A73D5610CEC9}" srcId="{B654DA3C-3B7F-4D3D-A0D1-1148301FA241}" destId="{DACD183A-3AAF-4D93-9D12-05BD07CBC649}" srcOrd="2" destOrd="0" parTransId="{F8AB88DD-C422-4FAB-9943-79B996AACFFC}" sibTransId="{21831651-A892-4874-857B-9653609500DF}"/>
    <dgm:cxn modelId="{D63B19EA-C265-487B-BD7B-B37DAE894EAF}" type="presOf" srcId="{CCF30F08-2B10-4D67-9217-ABCE8D32AC8B}" destId="{44BC4986-BEAA-4165-8338-E8B9784D5621}" srcOrd="0" destOrd="6" presId="urn:microsoft.com/office/officeart/2005/8/layout/hList1"/>
    <dgm:cxn modelId="{F86C77EE-5887-40BF-88C0-E567BE3B530E}" type="presOf" srcId="{11842202-541E-4003-AA87-19BABA94CDB6}" destId="{2F3C56AE-7F1A-4223-A106-CFAAC15F2E9E}" srcOrd="0" destOrd="4" presId="urn:microsoft.com/office/officeart/2005/8/layout/hList1"/>
    <dgm:cxn modelId="{F40BE1F0-7276-42C7-99EA-0AA3E7879766}" type="presOf" srcId="{150E2464-87C4-4544-817A-BF1F1A17130A}" destId="{2F3C56AE-7F1A-4223-A106-CFAAC15F2E9E}" srcOrd="0" destOrd="3" presId="urn:microsoft.com/office/officeart/2005/8/layout/hList1"/>
    <dgm:cxn modelId="{871BEBF2-2D28-4475-9F12-7E694A1D959A}" srcId="{593D6931-EE50-4ED6-B777-8112938AD174}" destId="{89D97D51-F53F-484A-9F47-0A12D5B3F696}" srcOrd="0" destOrd="0" parTransId="{9B7ECB23-FDC7-4B52-A06F-17817CA8FC0B}" sibTransId="{7453047E-F128-44E2-92D6-0C6F83E91409}"/>
    <dgm:cxn modelId="{EE0E16FA-CB6C-47F2-BB6C-803D4CBAF8E9}" srcId="{0C9B10AA-8613-4549-B52F-34CCFC51AE1B}" destId="{8BE3E0B7-FD1F-4E97-8970-DB818DB54596}" srcOrd="0" destOrd="0" parTransId="{3952A746-95D2-4A37-B7EB-852E346BF22C}" sibTransId="{DBE6105F-5F56-4803-8922-2B9D6804D6A9}"/>
    <dgm:cxn modelId="{EE6882FE-C885-4EDB-ABF6-0BB0841AEFF0}" srcId="{705A35A6-5E8B-4292-9A8A-EC9A43535F96}" destId="{79DC4A27-5A22-42E9-9FDF-00EEB59CB06D}" srcOrd="0" destOrd="0" parTransId="{4E3F081A-469D-4B3E-9C24-9813BBD1AC13}" sibTransId="{C122D53F-3253-4668-81C8-7D314A7187E3}"/>
    <dgm:cxn modelId="{8947D0FE-67C0-420B-B1E7-893E8B73B672}" srcId="{593D6931-EE50-4ED6-B777-8112938AD174}" destId="{E37120B9-711A-4D5D-8990-CB700FD321A6}" srcOrd="1" destOrd="0" parTransId="{676CD8C1-F437-4F7F-A4E0-2A7C95A61E74}" sibTransId="{FC98DAC6-155E-42EF-8210-6A460986B401}"/>
    <dgm:cxn modelId="{44EDD8E5-946B-4DC5-9F5E-714CFE64ED9A}" type="presParOf" srcId="{1DF952E7-2029-4791-A2E4-767356035FEB}" destId="{78FB4CDE-43C1-4A42-9808-D6B74C85FFDF}" srcOrd="0" destOrd="0" presId="urn:microsoft.com/office/officeart/2005/8/layout/hList1"/>
    <dgm:cxn modelId="{F0DE35F7-3A28-47CF-BE18-988D96974CDD}" type="presParOf" srcId="{78FB4CDE-43C1-4A42-9808-D6B74C85FFDF}" destId="{ED31DD7D-C7C7-4B53-B3B6-C2B6C31852D5}" srcOrd="0" destOrd="0" presId="urn:microsoft.com/office/officeart/2005/8/layout/hList1"/>
    <dgm:cxn modelId="{0B72652F-39A0-460F-B134-53A7534B6945}" type="presParOf" srcId="{78FB4CDE-43C1-4A42-9808-D6B74C85FFDF}" destId="{6C8EB9BD-8821-46D2-9A29-E65811D5AD3F}" srcOrd="1" destOrd="0" presId="urn:microsoft.com/office/officeart/2005/8/layout/hList1"/>
    <dgm:cxn modelId="{E8ABBD30-3F8C-4ABE-B0B5-8D436655A903}" type="presParOf" srcId="{1DF952E7-2029-4791-A2E4-767356035FEB}" destId="{5A046F90-D8DF-4E2C-8114-84D8561FCC66}" srcOrd="1" destOrd="0" presId="urn:microsoft.com/office/officeart/2005/8/layout/hList1"/>
    <dgm:cxn modelId="{8608D54A-EB5A-40C9-AC7F-D57FB8F3F9BD}" type="presParOf" srcId="{1DF952E7-2029-4791-A2E4-767356035FEB}" destId="{4E312F4D-A049-49FE-9CD8-4B34B481C275}" srcOrd="2" destOrd="0" presId="urn:microsoft.com/office/officeart/2005/8/layout/hList1"/>
    <dgm:cxn modelId="{2B42366A-80AF-49DA-8D96-D0F214F2749E}" type="presParOf" srcId="{4E312F4D-A049-49FE-9CD8-4B34B481C275}" destId="{868C2305-FF8C-405B-A9C6-2C78F98E1637}" srcOrd="0" destOrd="0" presId="urn:microsoft.com/office/officeart/2005/8/layout/hList1"/>
    <dgm:cxn modelId="{2A1BE2BD-D8BB-4527-915C-D60A35E525EA}" type="presParOf" srcId="{4E312F4D-A049-49FE-9CD8-4B34B481C275}" destId="{44BC4986-BEAA-4165-8338-E8B9784D5621}" srcOrd="1" destOrd="0" presId="urn:microsoft.com/office/officeart/2005/8/layout/hList1"/>
    <dgm:cxn modelId="{5FBC66B6-DDE5-4AA6-A378-3EE6680400CC}" type="presParOf" srcId="{1DF952E7-2029-4791-A2E4-767356035FEB}" destId="{1FF59D5E-3F82-4604-A0E3-25F092183720}" srcOrd="3" destOrd="0" presId="urn:microsoft.com/office/officeart/2005/8/layout/hList1"/>
    <dgm:cxn modelId="{8C35C0D5-EA57-4920-A994-F4034F225763}" type="presParOf" srcId="{1DF952E7-2029-4791-A2E4-767356035FEB}" destId="{0B097D2C-A5C1-4F00-B9C2-9C38D0E3AEF2}" srcOrd="4" destOrd="0" presId="urn:microsoft.com/office/officeart/2005/8/layout/hList1"/>
    <dgm:cxn modelId="{016102B8-AF26-48B2-A954-5DFFBADF05B7}" type="presParOf" srcId="{0B097D2C-A5C1-4F00-B9C2-9C38D0E3AEF2}" destId="{65064134-1A19-4762-A8E2-75E712A64ABF}" srcOrd="0" destOrd="0" presId="urn:microsoft.com/office/officeart/2005/8/layout/hList1"/>
    <dgm:cxn modelId="{E3488EA3-63B2-4917-A2E6-1C745D5BAC19}" type="presParOf" srcId="{0B097D2C-A5C1-4F00-B9C2-9C38D0E3AEF2}" destId="{2F3C56AE-7F1A-4223-A106-CFAAC15F2E9E}"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31DD7D-C7C7-4B53-B3B6-C2B6C31852D5}">
      <dsp:nvSpPr>
        <dsp:cNvPr id="0" name=""/>
        <dsp:cNvSpPr/>
      </dsp:nvSpPr>
      <dsp:spPr>
        <a:xfrm>
          <a:off x="3608" y="8819"/>
          <a:ext cx="3518577" cy="633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err="1"/>
            <a:t>vtoHybridModel.csh</a:t>
          </a:r>
          <a:endParaRPr lang="en-US" sz="2200" kern="1200"/>
        </a:p>
      </dsp:txBody>
      <dsp:txXfrm>
        <a:off x="3608" y="8819"/>
        <a:ext cx="3518577" cy="633600"/>
      </dsp:txXfrm>
    </dsp:sp>
    <dsp:sp modelId="{6C8EB9BD-8821-46D2-9A29-E65811D5AD3F}">
      <dsp:nvSpPr>
        <dsp:cNvPr id="0" name=""/>
        <dsp:cNvSpPr/>
      </dsp:nvSpPr>
      <dsp:spPr>
        <a:xfrm>
          <a:off x="3608" y="642419"/>
          <a:ext cx="3518577" cy="3164813"/>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a:t>Core script:</a:t>
          </a:r>
        </a:p>
        <a:p>
          <a:pPr marL="342900" lvl="2" indent="-171450" algn="l" defTabSz="800100">
            <a:lnSpc>
              <a:spcPct val="90000"/>
            </a:lnSpc>
            <a:spcBef>
              <a:spcPct val="0"/>
            </a:spcBef>
            <a:spcAft>
              <a:spcPct val="15000"/>
            </a:spcAft>
            <a:buFont typeface="Courier New" panose="02070309020205020404" pitchFamily="49" charset="0"/>
            <a:buChar char="o"/>
          </a:pPr>
          <a:r>
            <a:rPr lang="en-US" sz="1800" kern="1200">
              <a:solidFill>
                <a:srgbClr val="00B050"/>
              </a:solidFill>
            </a:rPr>
            <a:t>vtoHybridModel.py</a:t>
          </a:r>
        </a:p>
        <a:p>
          <a:pPr marL="171450" lvl="1" indent="-171450" algn="l" defTabSz="800100">
            <a:lnSpc>
              <a:spcPct val="90000"/>
            </a:lnSpc>
            <a:spcBef>
              <a:spcPct val="0"/>
            </a:spcBef>
            <a:spcAft>
              <a:spcPct val="15000"/>
            </a:spcAft>
            <a:buChar char="•"/>
          </a:pPr>
          <a:r>
            <a:rPr lang="en-US" sz="1800" kern="1200"/>
            <a:t>Input:</a:t>
          </a:r>
        </a:p>
        <a:p>
          <a:pPr marL="342900" lvl="2" indent="-171450" algn="l" defTabSz="800100">
            <a:lnSpc>
              <a:spcPct val="90000"/>
            </a:lnSpc>
            <a:spcBef>
              <a:spcPct val="0"/>
            </a:spcBef>
            <a:spcAft>
              <a:spcPct val="15000"/>
            </a:spcAft>
            <a:buFont typeface="Courier New" panose="02070309020205020404" pitchFamily="49" charset="0"/>
            <a:buChar char="o"/>
          </a:pPr>
          <a:r>
            <a:rPr lang="en-US" sz="1800" kern="1200">
              <a:solidFill>
                <a:srgbClr val="FFFF00"/>
              </a:solidFill>
            </a:rPr>
            <a:t>Instruction.csv</a:t>
          </a:r>
        </a:p>
        <a:p>
          <a:pPr marL="342900" lvl="2" indent="-171450" algn="l" defTabSz="800100">
            <a:lnSpc>
              <a:spcPct val="90000"/>
            </a:lnSpc>
            <a:spcBef>
              <a:spcPct val="0"/>
            </a:spcBef>
            <a:spcAft>
              <a:spcPct val="15000"/>
            </a:spcAft>
            <a:buFont typeface="Courier New" panose="02070309020205020404" pitchFamily="49" charset="0"/>
            <a:buChar char="o"/>
          </a:pPr>
          <a:r>
            <a:rPr lang="en-US" sz="1800" kern="1200">
              <a:solidFill>
                <a:srgbClr val="FFFF00"/>
              </a:solidFill>
            </a:rPr>
            <a:t>Keyword.csv</a:t>
          </a:r>
        </a:p>
        <a:p>
          <a:pPr marL="342900" lvl="2" indent="-171450" algn="l" defTabSz="800100">
            <a:lnSpc>
              <a:spcPct val="90000"/>
            </a:lnSpc>
            <a:spcBef>
              <a:spcPct val="0"/>
            </a:spcBef>
            <a:spcAft>
              <a:spcPct val="15000"/>
            </a:spcAft>
            <a:buFont typeface="Courier New" panose="02070309020205020404" pitchFamily="49" charset="0"/>
            <a:buChar char="o"/>
          </a:pPr>
          <a:r>
            <a:rPr lang="en-US" altLang="zh-CN" sz="1800" kern="1200"/>
            <a:t>tasksMail.csv(from windows)</a:t>
          </a:r>
          <a:endParaRPr lang="en-US" sz="1800" kern="1200"/>
        </a:p>
        <a:p>
          <a:pPr marL="171450" lvl="1" indent="-171450" algn="l" defTabSz="800100">
            <a:lnSpc>
              <a:spcPct val="90000"/>
            </a:lnSpc>
            <a:spcBef>
              <a:spcPct val="0"/>
            </a:spcBef>
            <a:spcAft>
              <a:spcPct val="15000"/>
            </a:spcAft>
            <a:buChar char="•"/>
          </a:pPr>
          <a:r>
            <a:rPr lang="en-US" sz="1800" kern="1200"/>
            <a:t>Output:</a:t>
          </a:r>
        </a:p>
        <a:p>
          <a:pPr marL="342900" lvl="2" indent="-171450" algn="l" defTabSz="800100">
            <a:lnSpc>
              <a:spcPct val="90000"/>
            </a:lnSpc>
            <a:spcBef>
              <a:spcPct val="0"/>
            </a:spcBef>
            <a:spcAft>
              <a:spcPct val="15000"/>
            </a:spcAft>
            <a:buFont typeface="Courier New" panose="02070309020205020404" pitchFamily="49" charset="0"/>
            <a:buChar char="o"/>
          </a:pPr>
          <a:r>
            <a:rPr lang="en-US" sz="1800" kern="1200"/>
            <a:t>tasksModels.csv</a:t>
          </a:r>
        </a:p>
      </dsp:txBody>
      <dsp:txXfrm>
        <a:off x="3608" y="642419"/>
        <a:ext cx="3518577" cy="3164813"/>
      </dsp:txXfrm>
    </dsp:sp>
    <dsp:sp modelId="{868C2305-FF8C-405B-A9C6-2C78F98E1637}">
      <dsp:nvSpPr>
        <dsp:cNvPr id="0" name=""/>
        <dsp:cNvSpPr/>
      </dsp:nvSpPr>
      <dsp:spPr>
        <a:xfrm>
          <a:off x="4014787" y="8819"/>
          <a:ext cx="3518577" cy="633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err="1"/>
            <a:t>vtoExecution.csh</a:t>
          </a:r>
          <a:endParaRPr lang="en-US" sz="2200" kern="1200"/>
        </a:p>
      </dsp:txBody>
      <dsp:txXfrm>
        <a:off x="4014787" y="8819"/>
        <a:ext cx="3518577" cy="633600"/>
      </dsp:txXfrm>
    </dsp:sp>
    <dsp:sp modelId="{44BC4986-BEAA-4165-8338-E8B9784D5621}">
      <dsp:nvSpPr>
        <dsp:cNvPr id="0" name=""/>
        <dsp:cNvSpPr/>
      </dsp:nvSpPr>
      <dsp:spPr>
        <a:xfrm>
          <a:off x="4014787" y="642419"/>
          <a:ext cx="3518577" cy="3164813"/>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a:t>Core script:</a:t>
          </a:r>
        </a:p>
        <a:p>
          <a:pPr marL="342900" lvl="2" indent="-171450" algn="l" defTabSz="800100">
            <a:lnSpc>
              <a:spcPct val="90000"/>
            </a:lnSpc>
            <a:spcBef>
              <a:spcPct val="0"/>
            </a:spcBef>
            <a:spcAft>
              <a:spcPct val="15000"/>
            </a:spcAft>
            <a:buFont typeface="Courier New" panose="02070309020205020404" pitchFamily="49" charset="0"/>
            <a:buChar char="o"/>
          </a:pPr>
          <a:r>
            <a:rPr lang="en-US" sz="1800" kern="1200">
              <a:solidFill>
                <a:srgbClr val="00B050"/>
              </a:solidFill>
            </a:rPr>
            <a:t>vtoExecution.py</a:t>
          </a:r>
        </a:p>
        <a:p>
          <a:pPr marL="171450" lvl="1" indent="-171450" algn="l" defTabSz="800100">
            <a:lnSpc>
              <a:spcPct val="90000"/>
            </a:lnSpc>
            <a:spcBef>
              <a:spcPct val="0"/>
            </a:spcBef>
            <a:spcAft>
              <a:spcPct val="15000"/>
            </a:spcAft>
            <a:buChar char="•"/>
          </a:pPr>
          <a:r>
            <a:rPr lang="en-US" sz="1800" kern="1200"/>
            <a:t>Input:</a:t>
          </a:r>
        </a:p>
        <a:p>
          <a:pPr marL="342900" lvl="2" indent="-171450" algn="l" defTabSz="800100">
            <a:lnSpc>
              <a:spcPct val="90000"/>
            </a:lnSpc>
            <a:spcBef>
              <a:spcPct val="0"/>
            </a:spcBef>
            <a:spcAft>
              <a:spcPct val="15000"/>
            </a:spcAft>
            <a:buFont typeface="Courier New" panose="02070309020205020404" pitchFamily="49" charset="0"/>
            <a:buChar char="o"/>
          </a:pPr>
          <a:r>
            <a:rPr lang="en-US" sz="1800" kern="1200"/>
            <a:t>tasksModel.csv</a:t>
          </a:r>
        </a:p>
        <a:p>
          <a:pPr marL="171450" lvl="1" indent="-171450" algn="l" defTabSz="800100">
            <a:lnSpc>
              <a:spcPct val="90000"/>
            </a:lnSpc>
            <a:spcBef>
              <a:spcPct val="0"/>
            </a:spcBef>
            <a:spcAft>
              <a:spcPct val="15000"/>
            </a:spcAft>
            <a:buChar char="•"/>
          </a:pPr>
          <a:r>
            <a:rPr lang="en-US" sz="1800" kern="1200"/>
            <a:t>Output:</a:t>
          </a:r>
        </a:p>
        <a:p>
          <a:pPr marL="342900" lvl="2" indent="-171450" algn="l" defTabSz="800100">
            <a:lnSpc>
              <a:spcPct val="90000"/>
            </a:lnSpc>
            <a:spcBef>
              <a:spcPct val="0"/>
            </a:spcBef>
            <a:spcAft>
              <a:spcPct val="15000"/>
            </a:spcAft>
            <a:buFont typeface="Courier New" panose="02070309020205020404" pitchFamily="49" charset="0"/>
            <a:buChar char="o"/>
          </a:pPr>
          <a:r>
            <a:rPr lang="en-US" sz="1800" kern="1200" err="1"/>
            <a:t>run</a:t>
          </a:r>
          <a:r>
            <a:rPr lang="en-US" altLang="zh-CN" sz="1800" kern="1200" err="1"/>
            <a:t>Execution</a:t>
          </a:r>
          <a:r>
            <a:rPr lang="en-US" altLang="zh-CN" sz="1800" kern="1200"/>
            <a:t>_$</a:t>
          </a:r>
          <a:r>
            <a:rPr lang="en-US" altLang="zh-CN" sz="1800" kern="1200" err="1"/>
            <a:t>date.csh</a:t>
          </a:r>
          <a:endParaRPr lang="en-US" sz="1800" kern="1200"/>
        </a:p>
        <a:p>
          <a:pPr marL="342900" lvl="2" indent="-171450" algn="l" defTabSz="800100">
            <a:lnSpc>
              <a:spcPct val="90000"/>
            </a:lnSpc>
            <a:spcBef>
              <a:spcPct val="0"/>
            </a:spcBef>
            <a:spcAft>
              <a:spcPct val="15000"/>
            </a:spcAft>
            <a:buFont typeface="Courier New" panose="02070309020205020404" pitchFamily="49" charset="0"/>
            <a:buChar char="o"/>
          </a:pPr>
          <a:r>
            <a:rPr lang="en-US" sz="1800" kern="1200"/>
            <a:t>run</a:t>
          </a:r>
          <a:r>
            <a:rPr lang="en-US" altLang="zh-CN" sz="1800" kern="1200"/>
            <a:t>Execution_$date.log</a:t>
          </a:r>
          <a:endParaRPr lang="en-US" sz="1800" kern="1200"/>
        </a:p>
      </dsp:txBody>
      <dsp:txXfrm>
        <a:off x="4014787" y="642419"/>
        <a:ext cx="3518577" cy="3164813"/>
      </dsp:txXfrm>
    </dsp:sp>
    <dsp:sp modelId="{65064134-1A19-4762-A8E2-75E712A64ABF}">
      <dsp:nvSpPr>
        <dsp:cNvPr id="0" name=""/>
        <dsp:cNvSpPr/>
      </dsp:nvSpPr>
      <dsp:spPr>
        <a:xfrm>
          <a:off x="8025966" y="8819"/>
          <a:ext cx="3518577" cy="633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err="1"/>
            <a:t>vtoMonitor.csh</a:t>
          </a:r>
          <a:endParaRPr lang="en-US" sz="2200" kern="1200"/>
        </a:p>
      </dsp:txBody>
      <dsp:txXfrm>
        <a:off x="8025966" y="8819"/>
        <a:ext cx="3518577" cy="633600"/>
      </dsp:txXfrm>
    </dsp:sp>
    <dsp:sp modelId="{2F3C56AE-7F1A-4223-A106-CFAAC15F2E9E}">
      <dsp:nvSpPr>
        <dsp:cNvPr id="0" name=""/>
        <dsp:cNvSpPr/>
      </dsp:nvSpPr>
      <dsp:spPr>
        <a:xfrm>
          <a:off x="8025966" y="642419"/>
          <a:ext cx="3518577" cy="3164813"/>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0" algn="l" defTabSz="800100">
            <a:lnSpc>
              <a:spcPct val="90000"/>
            </a:lnSpc>
            <a:spcBef>
              <a:spcPct val="0"/>
            </a:spcBef>
            <a:spcAft>
              <a:spcPct val="15000"/>
            </a:spcAft>
            <a:buChar char="•"/>
          </a:pPr>
          <a:r>
            <a:rPr lang="en-US" altLang="zh-CN" sz="1800" kern="1200"/>
            <a:t>Core script:</a:t>
          </a:r>
          <a:endParaRPr lang="en-US" sz="1800" kern="1200"/>
        </a:p>
        <a:p>
          <a:pPr marL="342900" lvl="2" indent="0" algn="l" defTabSz="800100">
            <a:lnSpc>
              <a:spcPct val="90000"/>
            </a:lnSpc>
            <a:spcBef>
              <a:spcPct val="0"/>
            </a:spcBef>
            <a:spcAft>
              <a:spcPct val="15000"/>
            </a:spcAft>
            <a:buFont typeface="Courier New" panose="02070309020205020404" pitchFamily="49" charset="0"/>
            <a:buChar char="o"/>
          </a:pPr>
          <a:r>
            <a:rPr lang="en-US" altLang="zh-CN" sz="1800" kern="1200" err="1">
              <a:solidFill>
                <a:srgbClr val="00B050"/>
              </a:solidFill>
            </a:rPr>
            <a:t>e</a:t>
          </a:r>
          <a:r>
            <a:rPr lang="en-US" sz="1800" kern="1200" err="1">
              <a:solidFill>
                <a:srgbClr val="00B050"/>
              </a:solidFill>
            </a:rPr>
            <a:t>xec_monitor.csh</a:t>
          </a:r>
          <a:endParaRPr lang="en-US" sz="1800" kern="1200">
            <a:solidFill>
              <a:srgbClr val="00B050"/>
            </a:solidFill>
          </a:endParaRPr>
        </a:p>
        <a:p>
          <a:pPr marL="342900" lvl="2" indent="0" algn="l" defTabSz="800100">
            <a:lnSpc>
              <a:spcPct val="90000"/>
            </a:lnSpc>
            <a:spcBef>
              <a:spcPct val="0"/>
            </a:spcBef>
            <a:spcAft>
              <a:spcPct val="15000"/>
            </a:spcAft>
            <a:buFont typeface="Courier New" panose="02070309020205020404" pitchFamily="49" charset="0"/>
            <a:buChar char="o"/>
          </a:pPr>
          <a:r>
            <a:rPr lang="en-US" sz="1800" kern="1200" err="1">
              <a:solidFill>
                <a:srgbClr val="00B050"/>
              </a:solidFill>
            </a:rPr>
            <a:t>analyze_target.csh</a:t>
          </a:r>
          <a:endParaRPr lang="en-US" sz="1800" kern="1200">
            <a:solidFill>
              <a:srgbClr val="00B050"/>
            </a:solidFill>
          </a:endParaRPr>
        </a:p>
        <a:p>
          <a:pPr marL="342900" lvl="2" indent="0" algn="l" defTabSz="800100">
            <a:lnSpc>
              <a:spcPct val="90000"/>
            </a:lnSpc>
            <a:spcBef>
              <a:spcPct val="0"/>
            </a:spcBef>
            <a:spcAft>
              <a:spcPct val="15000"/>
            </a:spcAft>
            <a:buFont typeface="Courier New" panose="02070309020205020404" pitchFamily="49" charset="0"/>
            <a:buChar char="o"/>
          </a:pPr>
          <a:r>
            <a:rPr lang="en-US" sz="1800" kern="1200">
              <a:solidFill>
                <a:srgbClr val="00B050"/>
              </a:solidFill>
            </a:rPr>
            <a:t>analyze_target.py</a:t>
          </a:r>
        </a:p>
        <a:p>
          <a:pPr marL="342900" lvl="2" indent="0" algn="l" defTabSz="800100">
            <a:lnSpc>
              <a:spcPct val="90000"/>
            </a:lnSpc>
            <a:spcBef>
              <a:spcPct val="0"/>
            </a:spcBef>
            <a:spcAft>
              <a:spcPct val="15000"/>
            </a:spcAft>
            <a:buFont typeface="Courier New" panose="02070309020205020404" pitchFamily="49" charset="0"/>
            <a:buChar char="o"/>
          </a:pPr>
          <a:r>
            <a:rPr lang="en-US" sz="1800" kern="1200" err="1">
              <a:solidFill>
                <a:srgbClr val="FFFF00"/>
              </a:solidFill>
              <a:latin typeface="Calibri" panose="020F0502020204030204"/>
              <a:ea typeface="+mn-ea"/>
              <a:cs typeface="+mn-cs"/>
            </a:rPr>
            <a:t>report.csh</a:t>
          </a:r>
          <a:endParaRPr lang="en-US" sz="1800" kern="1200">
            <a:solidFill>
              <a:srgbClr val="FFFF00"/>
            </a:solidFill>
            <a:latin typeface="Calibri" panose="020F0502020204030204"/>
            <a:ea typeface="+mn-ea"/>
            <a:cs typeface="+mn-cs"/>
          </a:endParaRPr>
        </a:p>
        <a:p>
          <a:pPr marL="171450" lvl="1" indent="0" algn="l" defTabSz="800100">
            <a:lnSpc>
              <a:spcPct val="90000"/>
            </a:lnSpc>
            <a:spcBef>
              <a:spcPct val="0"/>
            </a:spcBef>
            <a:spcAft>
              <a:spcPct val="15000"/>
            </a:spcAft>
            <a:buChar char="•"/>
          </a:pPr>
          <a:r>
            <a:rPr lang="en-US" sz="1800" kern="1200"/>
            <a:t>Input:</a:t>
          </a:r>
        </a:p>
        <a:p>
          <a:pPr marL="171450" lvl="1" indent="0" algn="l" defTabSz="800100">
            <a:lnSpc>
              <a:spcPct val="90000"/>
            </a:lnSpc>
            <a:spcBef>
              <a:spcPct val="0"/>
            </a:spcBef>
            <a:spcAft>
              <a:spcPct val="15000"/>
            </a:spcAft>
            <a:buFont typeface="Courier New" panose="02070309020205020404" pitchFamily="49" charset="0"/>
            <a:buChar char="o"/>
          </a:pPr>
          <a:r>
            <a:rPr lang="en-US" sz="1800" kern="1200">
              <a:solidFill>
                <a:srgbClr val="FFFF00"/>
              </a:solidFill>
            </a:rPr>
            <a:t>debug.csv</a:t>
          </a:r>
        </a:p>
        <a:p>
          <a:pPr marL="171450" lvl="1" indent="0" algn="l" defTabSz="800100">
            <a:lnSpc>
              <a:spcPct val="90000"/>
            </a:lnSpc>
            <a:spcBef>
              <a:spcPct val="0"/>
            </a:spcBef>
            <a:spcAft>
              <a:spcPct val="15000"/>
            </a:spcAft>
            <a:buFont typeface="Courier New" panose="02070309020205020404" pitchFamily="49" charset="0"/>
            <a:buChar char="o"/>
          </a:pPr>
          <a:r>
            <a:rPr lang="en-US" altLang="zh-CN" sz="1800" kern="1200"/>
            <a:t>Logs/$target.log.gz</a:t>
          </a:r>
          <a:endParaRPr lang="en-US" sz="1800" kern="1200"/>
        </a:p>
        <a:p>
          <a:pPr marL="342900" lvl="2" indent="-171450" algn="l" defTabSz="800100">
            <a:lnSpc>
              <a:spcPct val="90000"/>
            </a:lnSpc>
            <a:spcBef>
              <a:spcPct val="0"/>
            </a:spcBef>
            <a:spcAft>
              <a:spcPct val="15000"/>
            </a:spcAft>
            <a:buChar char="•"/>
          </a:pPr>
          <a:r>
            <a:rPr lang="en-US" sz="1800" kern="1200">
              <a:solidFill>
                <a:prstClr val="black">
                  <a:hueOff val="0"/>
                  <a:satOff val="0"/>
                  <a:lumOff val="0"/>
                  <a:alphaOff val="0"/>
                </a:prstClr>
              </a:solidFill>
              <a:latin typeface="Calibri" panose="020F0502020204030204"/>
              <a:ea typeface="+mn-ea"/>
              <a:cs typeface="+mn-cs"/>
            </a:rPr>
            <a:t>Output:</a:t>
          </a:r>
        </a:p>
        <a:p>
          <a:pPr marL="342900" lvl="2" indent="-171450" algn="l" defTabSz="800100">
            <a:lnSpc>
              <a:spcPct val="90000"/>
            </a:lnSpc>
            <a:spcBef>
              <a:spcPct val="0"/>
            </a:spcBef>
            <a:spcAft>
              <a:spcPct val="15000"/>
            </a:spcAft>
            <a:buFont typeface="Courier New" panose="02070309020205020404" pitchFamily="49" charset="0"/>
            <a:buChar char="o"/>
          </a:pPr>
          <a:r>
            <a:rPr lang="en-US" sz="1800" kern="1200">
              <a:solidFill>
                <a:prstClr val="black">
                  <a:hueOff val="0"/>
                  <a:satOff val="0"/>
                  <a:lumOff val="0"/>
                  <a:alphaOff val="0"/>
                </a:prstClr>
              </a:solidFill>
              <a:latin typeface="Calibri" panose="020F0502020204030204"/>
              <a:ea typeface="+mn-ea"/>
              <a:cs typeface="+mn-cs"/>
            </a:rPr>
            <a:t>Linux email/html</a:t>
          </a:r>
        </a:p>
      </dsp:txBody>
      <dsp:txXfrm>
        <a:off x="8025966" y="642419"/>
        <a:ext cx="3518577" cy="3164813"/>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0B2A9-0FFF-98E1-5193-ACADC406A2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5BBFDAD-6C10-8076-374E-60242218A8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DAE51C-D863-FA99-2346-E8C89238AAC1}"/>
              </a:ext>
            </a:extLst>
          </p:cNvPr>
          <p:cNvSpPr>
            <a:spLocks noGrp="1"/>
          </p:cNvSpPr>
          <p:nvPr>
            <p:ph type="dt" sz="half" idx="10"/>
          </p:nvPr>
        </p:nvSpPr>
        <p:spPr/>
        <p:txBody>
          <a:bodyPr/>
          <a:lstStyle/>
          <a:p>
            <a:fld id="{7E4C5C3D-E4B8-4BED-A5DA-D715033396AF}" type="datetimeFigureOut">
              <a:rPr lang="en-US" smtClean="0"/>
              <a:t>10/14/2024</a:t>
            </a:fld>
            <a:endParaRPr lang="en-US"/>
          </a:p>
        </p:txBody>
      </p:sp>
      <p:sp>
        <p:nvSpPr>
          <p:cNvPr id="5" name="Footer Placeholder 4">
            <a:extLst>
              <a:ext uri="{FF2B5EF4-FFF2-40B4-BE49-F238E27FC236}">
                <a16:creationId xmlns:a16="http://schemas.microsoft.com/office/drawing/2014/main" id="{16ACDB43-6BD9-6441-649A-55D27D6999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C3A6DE-9BF0-A407-DCB9-1B5ECF9CE52F}"/>
              </a:ext>
            </a:extLst>
          </p:cNvPr>
          <p:cNvSpPr>
            <a:spLocks noGrp="1"/>
          </p:cNvSpPr>
          <p:nvPr>
            <p:ph type="sldNum" sz="quarter" idx="12"/>
          </p:nvPr>
        </p:nvSpPr>
        <p:spPr/>
        <p:txBody>
          <a:bodyPr/>
          <a:lstStyle/>
          <a:p>
            <a:fld id="{A13F8028-F02B-4EA6-B900-591606E3C156}" type="slidenum">
              <a:rPr lang="en-US" smtClean="0"/>
              <a:t>‹#›</a:t>
            </a:fld>
            <a:endParaRPr lang="en-US"/>
          </a:p>
        </p:txBody>
      </p:sp>
    </p:spTree>
    <p:extLst>
      <p:ext uri="{BB962C8B-B14F-4D97-AF65-F5344CB8AC3E}">
        <p14:creationId xmlns:p14="http://schemas.microsoft.com/office/powerpoint/2010/main" val="2871226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59CE0-0216-8973-69A9-A46F4A1972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65B8FD-CE1E-DF47-43AE-777E565BC3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93B9AC-1686-2780-E5CA-ACBE1A264833}"/>
              </a:ext>
            </a:extLst>
          </p:cNvPr>
          <p:cNvSpPr>
            <a:spLocks noGrp="1"/>
          </p:cNvSpPr>
          <p:nvPr>
            <p:ph type="dt" sz="half" idx="10"/>
          </p:nvPr>
        </p:nvSpPr>
        <p:spPr/>
        <p:txBody>
          <a:bodyPr/>
          <a:lstStyle/>
          <a:p>
            <a:fld id="{7E4C5C3D-E4B8-4BED-A5DA-D715033396AF}" type="datetimeFigureOut">
              <a:rPr lang="en-US" smtClean="0"/>
              <a:t>10/14/2024</a:t>
            </a:fld>
            <a:endParaRPr lang="en-US"/>
          </a:p>
        </p:txBody>
      </p:sp>
      <p:sp>
        <p:nvSpPr>
          <p:cNvPr id="5" name="Footer Placeholder 4">
            <a:extLst>
              <a:ext uri="{FF2B5EF4-FFF2-40B4-BE49-F238E27FC236}">
                <a16:creationId xmlns:a16="http://schemas.microsoft.com/office/drawing/2014/main" id="{7F96F91E-DA0D-634F-72C7-268622EC97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12186A-7A04-A6EA-ECFC-9F185BEABFDC}"/>
              </a:ext>
            </a:extLst>
          </p:cNvPr>
          <p:cNvSpPr>
            <a:spLocks noGrp="1"/>
          </p:cNvSpPr>
          <p:nvPr>
            <p:ph type="sldNum" sz="quarter" idx="12"/>
          </p:nvPr>
        </p:nvSpPr>
        <p:spPr/>
        <p:txBody>
          <a:bodyPr/>
          <a:lstStyle/>
          <a:p>
            <a:fld id="{A13F8028-F02B-4EA6-B900-591606E3C156}" type="slidenum">
              <a:rPr lang="en-US" smtClean="0"/>
              <a:t>‹#›</a:t>
            </a:fld>
            <a:endParaRPr lang="en-US"/>
          </a:p>
        </p:txBody>
      </p:sp>
    </p:spTree>
    <p:extLst>
      <p:ext uri="{BB962C8B-B14F-4D97-AF65-F5344CB8AC3E}">
        <p14:creationId xmlns:p14="http://schemas.microsoft.com/office/powerpoint/2010/main" val="2387101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AFDD7-F0F9-3BF4-6267-3AEF8397C2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F36FE23-6DE0-B667-53AE-73F0CF153B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F6A6CB-AECB-5E7D-BD94-612499C30DEC}"/>
              </a:ext>
            </a:extLst>
          </p:cNvPr>
          <p:cNvSpPr>
            <a:spLocks noGrp="1"/>
          </p:cNvSpPr>
          <p:nvPr>
            <p:ph type="dt" sz="half" idx="10"/>
          </p:nvPr>
        </p:nvSpPr>
        <p:spPr/>
        <p:txBody>
          <a:bodyPr/>
          <a:lstStyle/>
          <a:p>
            <a:fld id="{7E4C5C3D-E4B8-4BED-A5DA-D715033396AF}" type="datetimeFigureOut">
              <a:rPr lang="en-US" smtClean="0"/>
              <a:t>10/14/2024</a:t>
            </a:fld>
            <a:endParaRPr lang="en-US"/>
          </a:p>
        </p:txBody>
      </p:sp>
      <p:sp>
        <p:nvSpPr>
          <p:cNvPr id="5" name="Footer Placeholder 4">
            <a:extLst>
              <a:ext uri="{FF2B5EF4-FFF2-40B4-BE49-F238E27FC236}">
                <a16:creationId xmlns:a16="http://schemas.microsoft.com/office/drawing/2014/main" id="{ADF6E3B9-FF27-4188-63D1-ED17A2C2CF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1968A1-A899-8963-B0F2-3A635593F6DB}"/>
              </a:ext>
            </a:extLst>
          </p:cNvPr>
          <p:cNvSpPr>
            <a:spLocks noGrp="1"/>
          </p:cNvSpPr>
          <p:nvPr>
            <p:ph type="sldNum" sz="quarter" idx="12"/>
          </p:nvPr>
        </p:nvSpPr>
        <p:spPr/>
        <p:txBody>
          <a:bodyPr/>
          <a:lstStyle/>
          <a:p>
            <a:fld id="{A13F8028-F02B-4EA6-B900-591606E3C156}" type="slidenum">
              <a:rPr lang="en-US" smtClean="0"/>
              <a:t>‹#›</a:t>
            </a:fld>
            <a:endParaRPr lang="en-US"/>
          </a:p>
        </p:txBody>
      </p:sp>
    </p:spTree>
    <p:extLst>
      <p:ext uri="{BB962C8B-B14F-4D97-AF65-F5344CB8AC3E}">
        <p14:creationId xmlns:p14="http://schemas.microsoft.com/office/powerpoint/2010/main" val="2433311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33106-21C9-588D-FB11-59ED89EF6E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A1F7CA-3011-A437-F7B2-5B4BC1D4B7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BDA29D-BFD4-C8F7-3148-04375CAB3F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03E51B-536C-5FAF-6A89-9024DD730900}"/>
              </a:ext>
            </a:extLst>
          </p:cNvPr>
          <p:cNvSpPr>
            <a:spLocks noGrp="1"/>
          </p:cNvSpPr>
          <p:nvPr>
            <p:ph type="dt" sz="half" idx="10"/>
          </p:nvPr>
        </p:nvSpPr>
        <p:spPr/>
        <p:txBody>
          <a:bodyPr/>
          <a:lstStyle/>
          <a:p>
            <a:fld id="{7E4C5C3D-E4B8-4BED-A5DA-D715033396AF}" type="datetimeFigureOut">
              <a:rPr lang="en-US" smtClean="0"/>
              <a:t>10/14/2024</a:t>
            </a:fld>
            <a:endParaRPr lang="en-US"/>
          </a:p>
        </p:txBody>
      </p:sp>
      <p:sp>
        <p:nvSpPr>
          <p:cNvPr id="6" name="Footer Placeholder 5">
            <a:extLst>
              <a:ext uri="{FF2B5EF4-FFF2-40B4-BE49-F238E27FC236}">
                <a16:creationId xmlns:a16="http://schemas.microsoft.com/office/drawing/2014/main" id="{7A7D93FF-0F73-9CDE-596F-B5692769C9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F99774-99CC-7347-6DEE-A6BFC7FEB08B}"/>
              </a:ext>
            </a:extLst>
          </p:cNvPr>
          <p:cNvSpPr>
            <a:spLocks noGrp="1"/>
          </p:cNvSpPr>
          <p:nvPr>
            <p:ph type="sldNum" sz="quarter" idx="12"/>
          </p:nvPr>
        </p:nvSpPr>
        <p:spPr/>
        <p:txBody>
          <a:bodyPr/>
          <a:lstStyle/>
          <a:p>
            <a:fld id="{A13F8028-F02B-4EA6-B900-591606E3C156}" type="slidenum">
              <a:rPr lang="en-US" smtClean="0"/>
              <a:t>‹#›</a:t>
            </a:fld>
            <a:endParaRPr lang="en-US"/>
          </a:p>
        </p:txBody>
      </p:sp>
    </p:spTree>
    <p:extLst>
      <p:ext uri="{BB962C8B-B14F-4D97-AF65-F5344CB8AC3E}">
        <p14:creationId xmlns:p14="http://schemas.microsoft.com/office/powerpoint/2010/main" val="1644559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6FCCE-5CC2-F11E-C7F9-A8FB6341CE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244271-6C17-6997-4B68-4F6985BD2C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172770-EDF8-7E80-7AB2-B16D4D2EE19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DB6AC5C-A822-E017-953A-C0332ADBCC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266954-5DB5-E709-E00E-B0FBA6F079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F7620D-47AA-3B6E-1E5E-73E8D5BC9CD4}"/>
              </a:ext>
            </a:extLst>
          </p:cNvPr>
          <p:cNvSpPr>
            <a:spLocks noGrp="1"/>
          </p:cNvSpPr>
          <p:nvPr>
            <p:ph type="dt" sz="half" idx="10"/>
          </p:nvPr>
        </p:nvSpPr>
        <p:spPr/>
        <p:txBody>
          <a:bodyPr/>
          <a:lstStyle/>
          <a:p>
            <a:fld id="{7E4C5C3D-E4B8-4BED-A5DA-D715033396AF}" type="datetimeFigureOut">
              <a:rPr lang="en-US" smtClean="0"/>
              <a:t>10/14/2024</a:t>
            </a:fld>
            <a:endParaRPr lang="en-US"/>
          </a:p>
        </p:txBody>
      </p:sp>
      <p:sp>
        <p:nvSpPr>
          <p:cNvPr id="8" name="Footer Placeholder 7">
            <a:extLst>
              <a:ext uri="{FF2B5EF4-FFF2-40B4-BE49-F238E27FC236}">
                <a16:creationId xmlns:a16="http://schemas.microsoft.com/office/drawing/2014/main" id="{137EAEA6-E518-6BC0-9F6E-7E10133FC05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53E311-554F-B1B4-FD4F-1CA2458D1A7A}"/>
              </a:ext>
            </a:extLst>
          </p:cNvPr>
          <p:cNvSpPr>
            <a:spLocks noGrp="1"/>
          </p:cNvSpPr>
          <p:nvPr>
            <p:ph type="sldNum" sz="quarter" idx="12"/>
          </p:nvPr>
        </p:nvSpPr>
        <p:spPr/>
        <p:txBody>
          <a:bodyPr/>
          <a:lstStyle/>
          <a:p>
            <a:fld id="{A13F8028-F02B-4EA6-B900-591606E3C156}" type="slidenum">
              <a:rPr lang="en-US" smtClean="0"/>
              <a:t>‹#›</a:t>
            </a:fld>
            <a:endParaRPr lang="en-US"/>
          </a:p>
        </p:txBody>
      </p:sp>
    </p:spTree>
    <p:extLst>
      <p:ext uri="{BB962C8B-B14F-4D97-AF65-F5344CB8AC3E}">
        <p14:creationId xmlns:p14="http://schemas.microsoft.com/office/powerpoint/2010/main" val="439526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99E40-A6C7-92C8-8231-4D5E417829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FB47D19-A550-E22F-974B-A711D994E70A}"/>
              </a:ext>
            </a:extLst>
          </p:cNvPr>
          <p:cNvSpPr>
            <a:spLocks noGrp="1"/>
          </p:cNvSpPr>
          <p:nvPr>
            <p:ph type="dt" sz="half" idx="10"/>
          </p:nvPr>
        </p:nvSpPr>
        <p:spPr/>
        <p:txBody>
          <a:bodyPr/>
          <a:lstStyle/>
          <a:p>
            <a:fld id="{7E4C5C3D-E4B8-4BED-A5DA-D715033396AF}" type="datetimeFigureOut">
              <a:rPr lang="en-US" smtClean="0"/>
              <a:t>10/14/2024</a:t>
            </a:fld>
            <a:endParaRPr lang="en-US"/>
          </a:p>
        </p:txBody>
      </p:sp>
      <p:sp>
        <p:nvSpPr>
          <p:cNvPr id="4" name="Footer Placeholder 3">
            <a:extLst>
              <a:ext uri="{FF2B5EF4-FFF2-40B4-BE49-F238E27FC236}">
                <a16:creationId xmlns:a16="http://schemas.microsoft.com/office/drawing/2014/main" id="{E8C58874-512D-B283-DBA4-B444BB4CE7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4A85FF0-60EA-8A58-18E2-AC2D0D4D264C}"/>
              </a:ext>
            </a:extLst>
          </p:cNvPr>
          <p:cNvSpPr>
            <a:spLocks noGrp="1"/>
          </p:cNvSpPr>
          <p:nvPr>
            <p:ph type="sldNum" sz="quarter" idx="12"/>
          </p:nvPr>
        </p:nvSpPr>
        <p:spPr/>
        <p:txBody>
          <a:bodyPr/>
          <a:lstStyle/>
          <a:p>
            <a:fld id="{A13F8028-F02B-4EA6-B900-591606E3C156}" type="slidenum">
              <a:rPr lang="en-US" smtClean="0"/>
              <a:t>‹#›</a:t>
            </a:fld>
            <a:endParaRPr lang="en-US"/>
          </a:p>
        </p:txBody>
      </p:sp>
    </p:spTree>
    <p:extLst>
      <p:ext uri="{BB962C8B-B14F-4D97-AF65-F5344CB8AC3E}">
        <p14:creationId xmlns:p14="http://schemas.microsoft.com/office/powerpoint/2010/main" val="1415259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0A2D75-5EBF-E61C-56E7-69793E7461F1}"/>
              </a:ext>
            </a:extLst>
          </p:cNvPr>
          <p:cNvSpPr>
            <a:spLocks noGrp="1"/>
          </p:cNvSpPr>
          <p:nvPr>
            <p:ph type="dt" sz="half" idx="10"/>
          </p:nvPr>
        </p:nvSpPr>
        <p:spPr/>
        <p:txBody>
          <a:bodyPr/>
          <a:lstStyle/>
          <a:p>
            <a:fld id="{7E4C5C3D-E4B8-4BED-A5DA-D715033396AF}" type="datetimeFigureOut">
              <a:rPr lang="en-US" smtClean="0"/>
              <a:t>10/14/2024</a:t>
            </a:fld>
            <a:endParaRPr lang="en-US"/>
          </a:p>
        </p:txBody>
      </p:sp>
      <p:sp>
        <p:nvSpPr>
          <p:cNvPr id="3" name="Footer Placeholder 2">
            <a:extLst>
              <a:ext uri="{FF2B5EF4-FFF2-40B4-BE49-F238E27FC236}">
                <a16:creationId xmlns:a16="http://schemas.microsoft.com/office/drawing/2014/main" id="{2208BD7F-D68A-0282-718A-25BB6EC090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0BCA00-7645-2185-B4FD-45ECA4C34C91}"/>
              </a:ext>
            </a:extLst>
          </p:cNvPr>
          <p:cNvSpPr>
            <a:spLocks noGrp="1"/>
          </p:cNvSpPr>
          <p:nvPr>
            <p:ph type="sldNum" sz="quarter" idx="12"/>
          </p:nvPr>
        </p:nvSpPr>
        <p:spPr/>
        <p:txBody>
          <a:bodyPr/>
          <a:lstStyle/>
          <a:p>
            <a:fld id="{A13F8028-F02B-4EA6-B900-591606E3C156}" type="slidenum">
              <a:rPr lang="en-US" smtClean="0"/>
              <a:t>‹#›</a:t>
            </a:fld>
            <a:endParaRPr lang="en-US"/>
          </a:p>
        </p:txBody>
      </p:sp>
    </p:spTree>
    <p:extLst>
      <p:ext uri="{BB962C8B-B14F-4D97-AF65-F5344CB8AC3E}">
        <p14:creationId xmlns:p14="http://schemas.microsoft.com/office/powerpoint/2010/main" val="2863136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B5DD4-F629-0F6B-6284-1672428C0F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D2AA596-105C-C650-BC50-5647E2D869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500026D-F2EB-3DC1-3A46-FD73F1ED6B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D8620F-4BD5-9147-82F4-8C3C4CD98394}"/>
              </a:ext>
            </a:extLst>
          </p:cNvPr>
          <p:cNvSpPr>
            <a:spLocks noGrp="1"/>
          </p:cNvSpPr>
          <p:nvPr>
            <p:ph type="dt" sz="half" idx="10"/>
          </p:nvPr>
        </p:nvSpPr>
        <p:spPr/>
        <p:txBody>
          <a:bodyPr/>
          <a:lstStyle/>
          <a:p>
            <a:fld id="{7E4C5C3D-E4B8-4BED-A5DA-D715033396AF}" type="datetimeFigureOut">
              <a:rPr lang="en-US" smtClean="0"/>
              <a:t>10/14/2024</a:t>
            </a:fld>
            <a:endParaRPr lang="en-US"/>
          </a:p>
        </p:txBody>
      </p:sp>
      <p:sp>
        <p:nvSpPr>
          <p:cNvPr id="6" name="Footer Placeholder 5">
            <a:extLst>
              <a:ext uri="{FF2B5EF4-FFF2-40B4-BE49-F238E27FC236}">
                <a16:creationId xmlns:a16="http://schemas.microsoft.com/office/drawing/2014/main" id="{1D06AEB7-48F1-8CAA-2C35-3F7D9895DC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D05FB0-10F1-7CB9-01CA-8D052B8E017C}"/>
              </a:ext>
            </a:extLst>
          </p:cNvPr>
          <p:cNvSpPr>
            <a:spLocks noGrp="1"/>
          </p:cNvSpPr>
          <p:nvPr>
            <p:ph type="sldNum" sz="quarter" idx="12"/>
          </p:nvPr>
        </p:nvSpPr>
        <p:spPr/>
        <p:txBody>
          <a:bodyPr/>
          <a:lstStyle/>
          <a:p>
            <a:fld id="{A13F8028-F02B-4EA6-B900-591606E3C156}" type="slidenum">
              <a:rPr lang="en-US" smtClean="0"/>
              <a:t>‹#›</a:t>
            </a:fld>
            <a:endParaRPr lang="en-US"/>
          </a:p>
        </p:txBody>
      </p:sp>
    </p:spTree>
    <p:extLst>
      <p:ext uri="{BB962C8B-B14F-4D97-AF65-F5344CB8AC3E}">
        <p14:creationId xmlns:p14="http://schemas.microsoft.com/office/powerpoint/2010/main" val="1569007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9CB3B-8CC7-3725-D01E-996C145391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21ADBF9-63BD-6D2D-98E0-8A5531BFBC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528AEE-F201-E16A-6A18-769DA50E03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889A13-1663-8BA9-EFDA-6B4DEF1219AD}"/>
              </a:ext>
            </a:extLst>
          </p:cNvPr>
          <p:cNvSpPr>
            <a:spLocks noGrp="1"/>
          </p:cNvSpPr>
          <p:nvPr>
            <p:ph type="dt" sz="half" idx="10"/>
          </p:nvPr>
        </p:nvSpPr>
        <p:spPr/>
        <p:txBody>
          <a:bodyPr/>
          <a:lstStyle/>
          <a:p>
            <a:fld id="{7E4C5C3D-E4B8-4BED-A5DA-D715033396AF}" type="datetimeFigureOut">
              <a:rPr lang="en-US" smtClean="0"/>
              <a:t>10/14/2024</a:t>
            </a:fld>
            <a:endParaRPr lang="en-US"/>
          </a:p>
        </p:txBody>
      </p:sp>
      <p:sp>
        <p:nvSpPr>
          <p:cNvPr id="6" name="Footer Placeholder 5">
            <a:extLst>
              <a:ext uri="{FF2B5EF4-FFF2-40B4-BE49-F238E27FC236}">
                <a16:creationId xmlns:a16="http://schemas.microsoft.com/office/drawing/2014/main" id="{6D48F4D8-DB6C-4F7E-9DE4-E21C63A75B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602F95-ABFA-121B-B65A-4367A5F79365}"/>
              </a:ext>
            </a:extLst>
          </p:cNvPr>
          <p:cNvSpPr>
            <a:spLocks noGrp="1"/>
          </p:cNvSpPr>
          <p:nvPr>
            <p:ph type="sldNum" sz="quarter" idx="12"/>
          </p:nvPr>
        </p:nvSpPr>
        <p:spPr/>
        <p:txBody>
          <a:bodyPr/>
          <a:lstStyle/>
          <a:p>
            <a:fld id="{A13F8028-F02B-4EA6-B900-591606E3C156}" type="slidenum">
              <a:rPr lang="en-US" smtClean="0"/>
              <a:t>‹#›</a:t>
            </a:fld>
            <a:endParaRPr lang="en-US"/>
          </a:p>
        </p:txBody>
      </p:sp>
    </p:spTree>
    <p:extLst>
      <p:ext uri="{BB962C8B-B14F-4D97-AF65-F5344CB8AC3E}">
        <p14:creationId xmlns:p14="http://schemas.microsoft.com/office/powerpoint/2010/main" val="2097067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50183-6E87-947D-4441-0FE9AA8D25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358F5C4-C319-EE45-9082-DAB727CF33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34448B-44F7-E5FB-FF1D-4BDC9605CBCE}"/>
              </a:ext>
            </a:extLst>
          </p:cNvPr>
          <p:cNvSpPr>
            <a:spLocks noGrp="1"/>
          </p:cNvSpPr>
          <p:nvPr>
            <p:ph type="dt" sz="half" idx="10"/>
          </p:nvPr>
        </p:nvSpPr>
        <p:spPr/>
        <p:txBody>
          <a:bodyPr/>
          <a:lstStyle/>
          <a:p>
            <a:fld id="{7E4C5C3D-E4B8-4BED-A5DA-D715033396AF}" type="datetimeFigureOut">
              <a:rPr lang="en-US" smtClean="0"/>
              <a:t>10/14/2024</a:t>
            </a:fld>
            <a:endParaRPr lang="en-US"/>
          </a:p>
        </p:txBody>
      </p:sp>
      <p:sp>
        <p:nvSpPr>
          <p:cNvPr id="5" name="Footer Placeholder 4">
            <a:extLst>
              <a:ext uri="{FF2B5EF4-FFF2-40B4-BE49-F238E27FC236}">
                <a16:creationId xmlns:a16="http://schemas.microsoft.com/office/drawing/2014/main" id="{1A113DF2-559D-0AB3-C47C-8B5B78922B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6AAAE3-3E9C-8464-1D8D-D5675AD1C721}"/>
              </a:ext>
            </a:extLst>
          </p:cNvPr>
          <p:cNvSpPr>
            <a:spLocks noGrp="1"/>
          </p:cNvSpPr>
          <p:nvPr>
            <p:ph type="sldNum" sz="quarter" idx="12"/>
          </p:nvPr>
        </p:nvSpPr>
        <p:spPr/>
        <p:txBody>
          <a:bodyPr/>
          <a:lstStyle/>
          <a:p>
            <a:fld id="{A13F8028-F02B-4EA6-B900-591606E3C156}" type="slidenum">
              <a:rPr lang="en-US" smtClean="0"/>
              <a:t>‹#›</a:t>
            </a:fld>
            <a:endParaRPr lang="en-US"/>
          </a:p>
        </p:txBody>
      </p:sp>
    </p:spTree>
    <p:extLst>
      <p:ext uri="{BB962C8B-B14F-4D97-AF65-F5344CB8AC3E}">
        <p14:creationId xmlns:p14="http://schemas.microsoft.com/office/powerpoint/2010/main" val="432285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0697EE-605A-EA48-1864-9B3A5EF017F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8B5BE5A-61FF-05A1-EA8D-26DED25F20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22A2F3-E9BF-B015-B816-3547FDB1E968}"/>
              </a:ext>
            </a:extLst>
          </p:cNvPr>
          <p:cNvSpPr>
            <a:spLocks noGrp="1"/>
          </p:cNvSpPr>
          <p:nvPr>
            <p:ph type="dt" sz="half" idx="10"/>
          </p:nvPr>
        </p:nvSpPr>
        <p:spPr/>
        <p:txBody>
          <a:bodyPr/>
          <a:lstStyle/>
          <a:p>
            <a:fld id="{7E4C5C3D-E4B8-4BED-A5DA-D715033396AF}" type="datetimeFigureOut">
              <a:rPr lang="en-US" smtClean="0"/>
              <a:t>10/14/2024</a:t>
            </a:fld>
            <a:endParaRPr lang="en-US"/>
          </a:p>
        </p:txBody>
      </p:sp>
      <p:sp>
        <p:nvSpPr>
          <p:cNvPr id="5" name="Footer Placeholder 4">
            <a:extLst>
              <a:ext uri="{FF2B5EF4-FFF2-40B4-BE49-F238E27FC236}">
                <a16:creationId xmlns:a16="http://schemas.microsoft.com/office/drawing/2014/main" id="{2F26C731-6525-B3CB-57EE-F18DBF1044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5EEA02-BA3A-C0E5-5F89-A615C75E284C}"/>
              </a:ext>
            </a:extLst>
          </p:cNvPr>
          <p:cNvSpPr>
            <a:spLocks noGrp="1"/>
          </p:cNvSpPr>
          <p:nvPr>
            <p:ph type="sldNum" sz="quarter" idx="12"/>
          </p:nvPr>
        </p:nvSpPr>
        <p:spPr/>
        <p:txBody>
          <a:bodyPr/>
          <a:lstStyle/>
          <a:p>
            <a:fld id="{A13F8028-F02B-4EA6-B900-591606E3C156}" type="slidenum">
              <a:rPr lang="en-US" smtClean="0"/>
              <a:t>‹#›</a:t>
            </a:fld>
            <a:endParaRPr lang="en-US"/>
          </a:p>
        </p:txBody>
      </p:sp>
    </p:spTree>
    <p:extLst>
      <p:ext uri="{BB962C8B-B14F-4D97-AF65-F5344CB8AC3E}">
        <p14:creationId xmlns:p14="http://schemas.microsoft.com/office/powerpoint/2010/main" val="16041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2DBBA7-2FCE-5910-E505-3DC7724B29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F183A0-7720-9D0F-5DF6-0540FB0E07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DC87A7-7F19-668E-2004-E9DD9BFE08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4C5C3D-E4B8-4BED-A5DA-D715033396AF}" type="datetimeFigureOut">
              <a:rPr lang="en-US" smtClean="0"/>
              <a:t>10/14/2024</a:t>
            </a:fld>
            <a:endParaRPr lang="en-US"/>
          </a:p>
        </p:txBody>
      </p:sp>
      <p:sp>
        <p:nvSpPr>
          <p:cNvPr id="5" name="Footer Placeholder 4">
            <a:extLst>
              <a:ext uri="{FF2B5EF4-FFF2-40B4-BE49-F238E27FC236}">
                <a16:creationId xmlns:a16="http://schemas.microsoft.com/office/drawing/2014/main" id="{5E7FE589-540A-7400-4E45-965899D32C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72ADC6F-0668-163E-3F74-C6AF610513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3F8028-F02B-4EA6-B900-591606E3C156}" type="slidenum">
              <a:rPr lang="en-US" smtClean="0"/>
              <a:t>‹#›</a:t>
            </a:fld>
            <a:endParaRPr lang="en-US"/>
          </a:p>
        </p:txBody>
      </p:sp>
      <p:sp>
        <p:nvSpPr>
          <p:cNvPr id="8" name="TextBox 7">
            <a:extLst>
              <a:ext uri="{FF2B5EF4-FFF2-40B4-BE49-F238E27FC236}">
                <a16:creationId xmlns:a16="http://schemas.microsoft.com/office/drawing/2014/main" id="{027285F0-998E-3EAB-5E64-AB2E98AA6C1D}"/>
              </a:ext>
            </a:extLst>
          </p:cNvPr>
          <p:cNvSpPr txBox="1"/>
          <p:nvPr userDrawn="1">
            <p:extLst>
              <p:ext uri="{1162E1C5-73C7-4A58-AE30-91384D911F3F}">
                <p184:classification xmlns:p184="http://schemas.microsoft.com/office/powerpoint/2018/4/main" val="hdr"/>
              </p:ext>
            </p:extLst>
          </p:nvPr>
        </p:nvSpPr>
        <p:spPr>
          <a:xfrm>
            <a:off x="63500" y="63500"/>
            <a:ext cx="1927225" cy="152400"/>
          </a:xfrm>
          <a:prstGeom prst="rect">
            <a:avLst/>
          </a:prstGeom>
        </p:spPr>
        <p:txBody>
          <a:bodyPr horzOverflow="overflow" lIns="0" tIns="0" rIns="0" bIns="0">
            <a:spAutoFit/>
          </a:bodyPr>
          <a:lstStyle/>
          <a:p>
            <a:pPr algn="l"/>
            <a:r>
              <a:rPr lang="en-US" sz="1000">
                <a:solidFill>
                  <a:srgbClr val="0000FF"/>
                </a:solidFill>
                <a:latin typeface="Arial" panose="020B0604020202020204" pitchFamily="34" charset="0"/>
                <a:cs typeface="Arial" panose="020B0604020202020204" pitchFamily="34" charset="0"/>
              </a:rPr>
              <a:t>[AMD Official Use Only - General]</a:t>
            </a:r>
          </a:p>
        </p:txBody>
      </p:sp>
    </p:spTree>
    <p:extLst>
      <p:ext uri="{BB962C8B-B14F-4D97-AF65-F5344CB8AC3E}">
        <p14:creationId xmlns:p14="http://schemas.microsoft.com/office/powerpoint/2010/main" val="15783595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hyperlink" Target="https://logviewer-atl.amd.com/tools/aticad/1.0/src/zoo/PD_agent/tile/start_vto_man_sep.csh" TargetMode="External"/><Relationship Id="rId13" Type="http://schemas.openxmlformats.org/officeDocument/2006/relationships/hyperlink" Target="https://logviewer-atl.amd.com/tools/aticad/1.0/src/zoo/PD_agent/tile/read_csv.py" TargetMode="External"/><Relationship Id="rId18" Type="http://schemas.openxmlformats.org/officeDocument/2006/relationships/hyperlink" Target="https://logviewer-atl.amd.com/tools/aticad/1.0/src/zoo/PD_agent/tile/exec_monitor_dir.csh" TargetMode="External"/><Relationship Id="rId3" Type="http://schemas.openxmlformats.org/officeDocument/2006/relationships/hyperlink" Target="https://logviewer-atl.amd.com/tools/aticad/1.0/src/zoo/PD_agent/tile/read_win_mail.csh" TargetMode="External"/><Relationship Id="rId7" Type="http://schemas.openxmlformats.org/officeDocument/2006/relationships/hyperlink" Target="https://logviewer-atl.amd.com/tools/aticad/1.0/src/zoo/PD_agent/tile/setup_flow.csh" TargetMode="External"/><Relationship Id="rId12" Type="http://schemas.openxmlformats.org/officeDocument/2006/relationships/hyperlink" Target="https://logviewer-atl.amd.com/tools/aticad/1.0/src/zoo/PD_agent/tile/vtoHybridModel.py" TargetMode="External"/><Relationship Id="rId17" Type="http://schemas.openxmlformats.org/officeDocument/2006/relationships/hyperlink" Target="https://logviewer-atl.amd.com/tools/aticad/1.0/src/zoo/PD_agent/tile/exec_monitor.csh" TargetMode="External"/><Relationship Id="rId2" Type="http://schemas.openxmlformats.org/officeDocument/2006/relationships/hyperlink" Target="https://amdcloud-my.sharepoint.com/:u:/r/personal/simchen_amd_com/Documents/AI%20PD/PD%20agent/agent_win/vtoCommunication.py?csf=1&amp;web=1&amp;e=INXw8b" TargetMode="External"/><Relationship Id="rId16" Type="http://schemas.openxmlformats.org/officeDocument/2006/relationships/hyperlink" Target="https://logviewer-atl.amd.com/tools/aticad/1.0/src/zoo/PD_agent/tile/vtoMonitor.csh" TargetMode="External"/><Relationship Id="rId1" Type="http://schemas.openxmlformats.org/officeDocument/2006/relationships/slideLayout" Target="../slideLayouts/slideLayout1.xml"/><Relationship Id="rId6" Type="http://schemas.openxmlformats.org/officeDocument/2006/relationships/hyperlink" Target="https://logviewer-atl.amd.com/tools/aticad/1.0/src/zoo/PD_agent/tile/merge_tasks.py" TargetMode="External"/><Relationship Id="rId11" Type="http://schemas.openxmlformats.org/officeDocument/2006/relationships/hyperlink" Target="https://logviewer-atl.amd.com/tools/aticad/1.0/src/zoo/PD_agent/tile/vtoHybridModel_sep.csh" TargetMode="External"/><Relationship Id="rId5" Type="http://schemas.openxmlformats.org/officeDocument/2006/relationships/hyperlink" Target="https://logviewer-atl.amd.com/tools/aticad/1.0/src/zoo/PD_agent/tile/extract_tasks.py" TargetMode="External"/><Relationship Id="rId15" Type="http://schemas.openxmlformats.org/officeDocument/2006/relationships/hyperlink" Target="https://logviewer-atl.amd.com/tools/aticad/1.0/src/zoo/PD_agent/tile/vtoExecution.py" TargetMode="External"/><Relationship Id="rId10" Type="http://schemas.openxmlformats.org/officeDocument/2006/relationships/hyperlink" Target="https://logviewer-atl.amd.com/tools/aticad/1.0/src/zoo/PD_agent/tile/run_sep.csh" TargetMode="External"/><Relationship Id="rId4" Type="http://schemas.openxmlformats.org/officeDocument/2006/relationships/hyperlink" Target="https://logviewer-atl.amd.com/tools/aticad/1.0/src/zoo/PD_agent/tile/readTaskMail.pl" TargetMode="External"/><Relationship Id="rId9" Type="http://schemas.openxmlformats.org/officeDocument/2006/relationships/hyperlink" Target="https://logviewer-atl.amd.com/tools/aticad/1.0/src/zoo/PD_agent/tile/unalias.csh" TargetMode="External"/><Relationship Id="rId14" Type="http://schemas.openxmlformats.org/officeDocument/2006/relationships/hyperlink" Target="https://logviewer-atl.amd.com/tools/aticad/1.0/src/zoo/PD_agent/tile/vtoExecution.csh"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logviewer-atl.amd.com/tools/aticad/1.0/src/zoo/PD_agent/tile/update_params.csh" TargetMode="External"/><Relationship Id="rId13" Type="http://schemas.openxmlformats.org/officeDocument/2006/relationships/hyperlink" Target="https://logviewer-atl.amd.com/tools/aticad/1.0/src/zoo/PD_agent/tile/restart_TB.csh" TargetMode="External"/><Relationship Id="rId3" Type="http://schemas.openxmlformats.org/officeDocument/2006/relationships/hyperlink" Target="https://logviewer-atl.amd.com/tools/aticad/1.0/src/zoo/PD_agent/tile/debug/analyze_target.py" TargetMode="External"/><Relationship Id="rId7" Type="http://schemas.openxmlformats.org/officeDocument/2006/relationships/hyperlink" Target="https://logviewer-atl.amd.com/tools/aticad/1.0/src/zoo/PD_agent/tile/readTask.py" TargetMode="External"/><Relationship Id="rId12" Type="http://schemas.openxmlformats.org/officeDocument/2006/relationships/hyperlink" Target="https://logviewer-atl.amd.com/tools/aticad/1.0/src/zoo/PD_agent/tile/rerun_target.csh" TargetMode="External"/><Relationship Id="rId2" Type="http://schemas.openxmlformats.org/officeDocument/2006/relationships/hyperlink" Target="https://logviewer-atl.amd.com/tools/aticad/1.0/src/zoo/PD_agent/tile/debug/analyze_target.csh" TargetMode="External"/><Relationship Id="rId1" Type="http://schemas.openxmlformats.org/officeDocument/2006/relationships/slideLayout" Target="../slideLayouts/slideLayout1.xml"/><Relationship Id="rId6" Type="http://schemas.openxmlformats.org/officeDocument/2006/relationships/hyperlink" Target="https://logviewer-atl.amd.com/tools/aticad/1.0/src/zoo/PD_agent/tile/signature_quote.csh" TargetMode="External"/><Relationship Id="rId11" Type="http://schemas.openxmlformats.org/officeDocument/2006/relationships/hyperlink" Target="https://logviewer-atl.amd.com/tools/aticad/1.0/src/zoo/PD_agent/tile/tb_overwriteCommand.csh" TargetMode="External"/><Relationship Id="rId5" Type="http://schemas.openxmlformats.org/officeDocument/2006/relationships/hyperlink" Target="https://logviewer-atl.amd.com/tools/aticad/1.0/src/zoo/PD_agent/tile/spec2Html.py" TargetMode="External"/><Relationship Id="rId15" Type="http://schemas.openxmlformats.org/officeDocument/2006/relationships/hyperlink" Target="https://logviewer-atl.amd.com/tools/aticad/1.0/src/zoo/PD_agent/tile/show_jobs.csh" TargetMode="External"/><Relationship Id="rId10" Type="http://schemas.openxmlformats.org/officeDocument/2006/relationships/hyperlink" Target="https://logviewer-atl.amd.com/tools/aticad/1.0/src/zoo/PD_agent/tile/tb_make.csh" TargetMode="External"/><Relationship Id="rId4" Type="http://schemas.openxmlformats.org/officeDocument/2006/relationships/hyperlink" Target="https://logviewer-atl.amd.com/tools/aticad/1.0/src/zoo/PD_agent/tile/sendMail.py" TargetMode="External"/><Relationship Id="rId9" Type="http://schemas.openxmlformats.org/officeDocument/2006/relationships/hyperlink" Target="https://logviewer-atl.amd.com/tools/aticad/1.0/src/zoo/PD_agent/tile/tb_gen.csh" TargetMode="External"/><Relationship Id="rId14" Type="http://schemas.openxmlformats.org/officeDocument/2006/relationships/hyperlink" Target="https://logviewer-atl.amd.com/tools/aticad/1.0/src/zoo/PD_agent/tile/kill_jobs.csh"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logviewer-atl.amd.com/tools/aticad/1.0/src/zoo/PD_agent/tile/gen_mail_index.csh" TargetMode="External"/><Relationship Id="rId13" Type="http://schemas.openxmlformats.org/officeDocument/2006/relationships/hyperlink" Target="https://logviewer-atl.amd.com/tools/aticad/1.0/src/zoo/PD_agent/tile/updateTask.csh" TargetMode="External"/><Relationship Id="rId3" Type="http://schemas.openxmlformats.org/officeDocument/2006/relationships/hyperlink" Target="https://logviewer-atl.amd.com/tools/aticad/1.0/src/zoo/PD_agent/tile/forget_monitor_run.csh" TargetMode="External"/><Relationship Id="rId7" Type="http://schemas.openxmlformats.org/officeDocument/2006/relationships/hyperlink" Target="https://logviewer-atl.amd.com/tools/aticad/1.0/src/zoo/PD_agent/tile/update_argument.py" TargetMode="External"/><Relationship Id="rId12" Type="http://schemas.openxmlformats.org/officeDocument/2006/relationships/hyperlink" Target="https://logviewer-atl.amd.com/tools/aticad/1.0/src/zoo/PD_agent/tile/command.csv" TargetMode="External"/><Relationship Id="rId2" Type="http://schemas.openxmlformats.org/officeDocument/2006/relationships/hyperlink" Target="https://logviewer-atl.amd.com/tools/aticad/1.0/src/zoo/PD_agent/tile/monitor_run.csh" TargetMode="External"/><Relationship Id="rId1" Type="http://schemas.openxmlformats.org/officeDocument/2006/relationships/slideLayout" Target="../slideLayouts/slideLayout1.xml"/><Relationship Id="rId6" Type="http://schemas.openxmlformats.org/officeDocument/2006/relationships/hyperlink" Target="https://logviewer-atl.amd.com/tools/aticad/1.0/src/zoo/PD_agent/tile/update_argument.csh" TargetMode="External"/><Relationship Id="rId11" Type="http://schemas.openxmlformats.org/officeDocument/2006/relationships/hyperlink" Target="https://logviewer-atl.amd.com/tools/aticad/1.0/src/zoo/PD_agent/tile/greeting.csh" TargetMode="External"/><Relationship Id="rId5" Type="http://schemas.openxmlformats.org/officeDocument/2006/relationships/hyperlink" Target="https://logviewer-atl.amd.com/tools/aticad/1.0/src/zoo/PD_agent/tile/remove_dir.csh" TargetMode="External"/><Relationship Id="rId10" Type="http://schemas.openxmlformats.org/officeDocument/2006/relationships/hyperlink" Target="https://logviewer-atl.amd.com/tools/aticad/1.0/src/zoo/PD_agent/tile/check_csv.py" TargetMode="External"/><Relationship Id="rId4" Type="http://schemas.openxmlformats.org/officeDocument/2006/relationships/hyperlink" Target="https://logviewer-atl.amd.com/tools/aticad/1.0/src/zoo/PD_agent/tile/show_dir_tree.csh" TargetMode="External"/><Relationship Id="rId9" Type="http://schemas.openxmlformats.org/officeDocument/2006/relationships/hyperlink" Target="https://logviewer-atl.amd.com/tools/aticad/1.0/src/zoo/PD_agent/tile/check_csv.csh" TargetMode="External"/><Relationship Id="rId14" Type="http://schemas.openxmlformats.org/officeDocument/2006/relationships/hyperlink" Target="https://logviewer-atl.amd.com/tools/aticad/1.0/src/zoo/PD_agent/tile/updateTask.py"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logviewer-atl.amd.com/tools/aticad/1.0/src/zoo/PD_agent/tile/report_flowIssue_core.csh" TargetMode="External"/><Relationship Id="rId7" Type="http://schemas.openxmlformats.org/officeDocument/2006/relationships/hyperlink" Target="https://logviewer-atl.amd.com/tools/aticad/1.0/src/zoo/PD_agent/tile/csv2html.py" TargetMode="External"/><Relationship Id="rId2" Type="http://schemas.openxmlformats.org/officeDocument/2006/relationships/hyperlink" Target="https://logviewer-atl.amd.com/tools/aticad/1.0/src/zoo/PD_agent/tile/unrecognized_instruction.csh" TargetMode="External"/><Relationship Id="rId1" Type="http://schemas.openxmlformats.org/officeDocument/2006/relationships/slideLayout" Target="../slideLayouts/slideLayout1.xml"/><Relationship Id="rId6" Type="http://schemas.openxmlformats.org/officeDocument/2006/relationships/hyperlink" Target="https://logviewer-atl.amd.com/tools/aticad/1.0/src/zoo/PD_agent/tile/list_instruction.csh" TargetMode="External"/><Relationship Id="rId5" Type="http://schemas.openxmlformats.org/officeDocument/2006/relationships/hyperlink" Target="https://logviewer-atl.amd.com/tools/aticad/1.0/src/zoo/PD_agent/tile/alertDisk.csh" TargetMode="External"/><Relationship Id="rId4" Type="http://schemas.openxmlformats.org/officeDocument/2006/relationships/hyperlink" Target="https://logviewer-atl.amd.com/tools/aticad/1.0/src/zoo/PD_agent/tile/report_runProgress_core.csh"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logviewer-atl.amd.com/tools/aticad/1.0/src/zoo/PD_agent/emir/report_runStatus_dir.csh" TargetMode="External"/><Relationship Id="rId2" Type="http://schemas.openxmlformats.org/officeDocument/2006/relationships/hyperlink" Target="https://logviewer-atl.amd.com/tools/aticad/1.0/src/zoo/PD_agent/tile/extract_status.csh"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8B3C0-DAAA-DC86-D4AE-F57BC6B4E9FA}"/>
              </a:ext>
            </a:extLst>
          </p:cNvPr>
          <p:cNvSpPr>
            <a:spLocks noGrp="1"/>
          </p:cNvSpPr>
          <p:nvPr>
            <p:ph type="ctrTitle"/>
          </p:nvPr>
        </p:nvSpPr>
        <p:spPr/>
        <p:txBody>
          <a:bodyPr/>
          <a:lstStyle/>
          <a:p>
            <a:r>
              <a:rPr lang="en-US" altLang="zh-CN"/>
              <a:t>PD Agent Developer Manual</a:t>
            </a:r>
            <a:endParaRPr lang="en-US"/>
          </a:p>
        </p:txBody>
      </p:sp>
      <p:sp>
        <p:nvSpPr>
          <p:cNvPr id="3" name="Subtitle 2">
            <a:extLst>
              <a:ext uri="{FF2B5EF4-FFF2-40B4-BE49-F238E27FC236}">
                <a16:creationId xmlns:a16="http://schemas.microsoft.com/office/drawing/2014/main" id="{6FD4DB09-DB1D-EBFF-0184-9706570EEBCC}"/>
              </a:ext>
            </a:extLst>
          </p:cNvPr>
          <p:cNvSpPr>
            <a:spLocks noGrp="1"/>
          </p:cNvSpPr>
          <p:nvPr>
            <p:ph type="subTitle" idx="1"/>
          </p:nvPr>
        </p:nvSpPr>
        <p:spPr/>
        <p:txBody>
          <a:bodyPr/>
          <a:lstStyle/>
          <a:p>
            <a:r>
              <a:rPr lang="en-US" sz="1800">
                <a:solidFill>
                  <a:srgbClr val="262626"/>
                </a:solidFill>
                <a:effectLst/>
                <a:latin typeface="Segoe UI" panose="020B0502040204020203" pitchFamily="34" charset="0"/>
              </a:rPr>
              <a:t>Chen, Simon (SRDC PD)</a:t>
            </a:r>
          </a:p>
          <a:p>
            <a:r>
              <a:rPr lang="en-US" sz="1800">
                <a:solidFill>
                  <a:srgbClr val="262626"/>
                </a:solidFill>
                <a:latin typeface="Segoe UI" panose="020B0502040204020203" pitchFamily="34" charset="0"/>
              </a:rPr>
              <a:t>simon1.chen@amd.com</a:t>
            </a:r>
          </a:p>
        </p:txBody>
      </p:sp>
    </p:spTree>
    <p:extLst>
      <p:ext uri="{BB962C8B-B14F-4D97-AF65-F5344CB8AC3E}">
        <p14:creationId xmlns:p14="http://schemas.microsoft.com/office/powerpoint/2010/main" val="2760628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7CCB69-27FB-82A6-FAB2-AAAB5BF7BE58}"/>
              </a:ext>
            </a:extLst>
          </p:cNvPr>
          <p:cNvSpPr txBox="1"/>
          <p:nvPr/>
        </p:nvSpPr>
        <p:spPr>
          <a:xfrm>
            <a:off x="92345" y="302339"/>
            <a:ext cx="4531026" cy="461665"/>
          </a:xfrm>
          <a:prstGeom prst="rect">
            <a:avLst/>
          </a:prstGeom>
          <a:noFill/>
        </p:spPr>
        <p:txBody>
          <a:bodyPr wrap="square" rtlCol="0">
            <a:spAutoFit/>
          </a:bodyPr>
          <a:lstStyle/>
          <a:p>
            <a:r>
              <a:rPr lang="en-US" altLang="zh-CN" sz="2400"/>
              <a:t>Script Structure</a:t>
            </a:r>
            <a:endParaRPr lang="en-US" sz="2400"/>
          </a:p>
        </p:txBody>
      </p:sp>
      <p:sp>
        <p:nvSpPr>
          <p:cNvPr id="7" name="TextBox 6">
            <a:extLst>
              <a:ext uri="{FF2B5EF4-FFF2-40B4-BE49-F238E27FC236}">
                <a16:creationId xmlns:a16="http://schemas.microsoft.com/office/drawing/2014/main" id="{89A61D5B-0276-CAAE-2E0D-C49C0932F1D4}"/>
              </a:ext>
            </a:extLst>
          </p:cNvPr>
          <p:cNvSpPr txBox="1"/>
          <p:nvPr/>
        </p:nvSpPr>
        <p:spPr>
          <a:xfrm>
            <a:off x="205483" y="894121"/>
            <a:ext cx="11476234" cy="923330"/>
          </a:xfrm>
          <a:prstGeom prst="rect">
            <a:avLst/>
          </a:prstGeom>
          <a:noFill/>
        </p:spPr>
        <p:txBody>
          <a:bodyPr wrap="square" rtlCol="0">
            <a:spAutoFit/>
          </a:bodyPr>
          <a:lstStyle/>
          <a:p>
            <a:pPr marL="285750" indent="-285750">
              <a:buFont typeface="Wingdings" panose="05000000000000000000" pitchFamily="2" charset="2"/>
              <a:buChar char="Ø"/>
            </a:pPr>
            <a:r>
              <a:rPr lang="en-US" altLang="zh-CN"/>
              <a:t>The major script of PD agent in Linux are following:</a:t>
            </a:r>
          </a:p>
          <a:p>
            <a:pPr marL="742950" lvl="1" indent="-285750">
              <a:buFont typeface="Wingdings" panose="05000000000000000000" pitchFamily="2" charset="2"/>
              <a:buChar char="§"/>
            </a:pPr>
            <a:r>
              <a:rPr lang="en-US" altLang="zh-CN"/>
              <a:t>Green are the codes maintained or upgraded by Simon.</a:t>
            </a:r>
          </a:p>
          <a:p>
            <a:pPr marL="742950" lvl="1" indent="-285750">
              <a:buFont typeface="Wingdings" panose="05000000000000000000" pitchFamily="2" charset="2"/>
              <a:buChar char="§"/>
            </a:pPr>
            <a:r>
              <a:rPr lang="en-US" altLang="zh-CN"/>
              <a:t>Yellow are the codes or table defined by developer.</a:t>
            </a:r>
          </a:p>
        </p:txBody>
      </p:sp>
      <p:graphicFrame>
        <p:nvGraphicFramePr>
          <p:cNvPr id="22" name="Diagram 21">
            <a:extLst>
              <a:ext uri="{FF2B5EF4-FFF2-40B4-BE49-F238E27FC236}">
                <a16:creationId xmlns:a16="http://schemas.microsoft.com/office/drawing/2014/main" id="{331E7303-2365-32B2-2D21-4BCC9A21CB6C}"/>
              </a:ext>
            </a:extLst>
          </p:cNvPr>
          <p:cNvGraphicFramePr/>
          <p:nvPr>
            <p:extLst>
              <p:ext uri="{D42A27DB-BD31-4B8C-83A1-F6EECF244321}">
                <p14:modId xmlns:p14="http://schemas.microsoft.com/office/powerpoint/2010/main" val="227668988"/>
              </p:ext>
            </p:extLst>
          </p:nvPr>
        </p:nvGraphicFramePr>
        <p:xfrm>
          <a:off x="410966" y="2342508"/>
          <a:ext cx="11548153" cy="38160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95404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7CCB69-27FB-82A6-FAB2-AAAB5BF7BE58}"/>
              </a:ext>
            </a:extLst>
          </p:cNvPr>
          <p:cNvSpPr txBox="1"/>
          <p:nvPr/>
        </p:nvSpPr>
        <p:spPr>
          <a:xfrm>
            <a:off x="92345" y="302339"/>
            <a:ext cx="4531026" cy="461665"/>
          </a:xfrm>
          <a:prstGeom prst="rect">
            <a:avLst/>
          </a:prstGeom>
          <a:noFill/>
        </p:spPr>
        <p:txBody>
          <a:bodyPr wrap="square" rtlCol="0">
            <a:spAutoFit/>
          </a:bodyPr>
          <a:lstStyle/>
          <a:p>
            <a:r>
              <a:rPr lang="en-US" altLang="zh-CN" sz="2400"/>
              <a:t>LLM formatter</a:t>
            </a:r>
            <a:endParaRPr lang="en-US" sz="2400"/>
          </a:p>
        </p:txBody>
      </p:sp>
      <p:sp>
        <p:nvSpPr>
          <p:cNvPr id="7" name="TextBox 6">
            <a:extLst>
              <a:ext uri="{FF2B5EF4-FFF2-40B4-BE49-F238E27FC236}">
                <a16:creationId xmlns:a16="http://schemas.microsoft.com/office/drawing/2014/main" id="{89A61D5B-0276-CAAE-2E0D-C49C0932F1D4}"/>
              </a:ext>
            </a:extLst>
          </p:cNvPr>
          <p:cNvSpPr txBox="1"/>
          <p:nvPr/>
        </p:nvSpPr>
        <p:spPr>
          <a:xfrm>
            <a:off x="205483" y="894121"/>
            <a:ext cx="11476234" cy="923330"/>
          </a:xfrm>
          <a:prstGeom prst="rect">
            <a:avLst/>
          </a:prstGeom>
          <a:noFill/>
        </p:spPr>
        <p:txBody>
          <a:bodyPr wrap="square" rtlCol="0">
            <a:spAutoFit/>
          </a:bodyPr>
          <a:lstStyle/>
          <a:p>
            <a:pPr marL="285750" indent="-285750">
              <a:buFont typeface="Wingdings" panose="05000000000000000000" pitchFamily="2" charset="2"/>
              <a:buChar char="Ø"/>
            </a:pPr>
            <a:r>
              <a:rPr lang="en-US" altLang="zh-CN"/>
              <a:t>The LLM formatter read the taskMail.csv from windows and translate the non-predefine instruction to predefined instruction.</a:t>
            </a:r>
          </a:p>
          <a:p>
            <a:pPr marL="285750" indent="-285750">
              <a:buFont typeface="Wingdings" panose="05000000000000000000" pitchFamily="2" charset="2"/>
              <a:buChar char="Ø"/>
            </a:pPr>
            <a:r>
              <a:rPr lang="en-US" altLang="zh-CN"/>
              <a:t>Each task is only processed by formatter once with following procedure.</a:t>
            </a:r>
          </a:p>
        </p:txBody>
      </p:sp>
      <p:sp>
        <p:nvSpPr>
          <p:cNvPr id="2" name="Rectangle 1">
            <a:extLst>
              <a:ext uri="{FF2B5EF4-FFF2-40B4-BE49-F238E27FC236}">
                <a16:creationId xmlns:a16="http://schemas.microsoft.com/office/drawing/2014/main" id="{7BA04DBA-1CA1-0B00-E9B3-8355437B6685}"/>
              </a:ext>
            </a:extLst>
          </p:cNvPr>
          <p:cNvSpPr/>
          <p:nvPr/>
        </p:nvSpPr>
        <p:spPr>
          <a:xfrm>
            <a:off x="815083" y="3257828"/>
            <a:ext cx="1335641" cy="418672"/>
          </a:xfrm>
          <a:prstGeom prst="rect">
            <a:avLst/>
          </a:prstGeom>
          <a:noFill/>
          <a:ln>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rPr>
              <a:t>taskMail.csv</a:t>
            </a:r>
            <a:endParaRPr lang="en-US">
              <a:solidFill>
                <a:schemeClr val="tx1"/>
              </a:solidFill>
            </a:endParaRPr>
          </a:p>
        </p:txBody>
      </p:sp>
      <p:sp>
        <p:nvSpPr>
          <p:cNvPr id="8" name="Rectangle 7">
            <a:extLst>
              <a:ext uri="{FF2B5EF4-FFF2-40B4-BE49-F238E27FC236}">
                <a16:creationId xmlns:a16="http://schemas.microsoft.com/office/drawing/2014/main" id="{A9D2CADC-59E0-B318-0775-43CDD51FB7DB}"/>
              </a:ext>
            </a:extLst>
          </p:cNvPr>
          <p:cNvSpPr/>
          <p:nvPr/>
        </p:nvSpPr>
        <p:spPr>
          <a:xfrm>
            <a:off x="760287" y="4384063"/>
            <a:ext cx="1625029" cy="418672"/>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Extract_task.py</a:t>
            </a:r>
            <a:endParaRPr lang="en-US"/>
          </a:p>
        </p:txBody>
      </p:sp>
      <p:sp>
        <p:nvSpPr>
          <p:cNvPr id="10" name="Rectangle 9">
            <a:extLst>
              <a:ext uri="{FF2B5EF4-FFF2-40B4-BE49-F238E27FC236}">
                <a16:creationId xmlns:a16="http://schemas.microsoft.com/office/drawing/2014/main" id="{FFBFE48B-9F49-6EE8-D5ED-748C8C2F6D09}"/>
              </a:ext>
            </a:extLst>
          </p:cNvPr>
          <p:cNvSpPr/>
          <p:nvPr/>
        </p:nvSpPr>
        <p:spPr>
          <a:xfrm>
            <a:off x="885288" y="5341585"/>
            <a:ext cx="1375025" cy="418665"/>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rPr>
              <a:t>preLLM.csv</a:t>
            </a:r>
            <a:endParaRPr lang="en-US">
              <a:solidFill>
                <a:schemeClr val="tx1"/>
              </a:solidFill>
            </a:endParaRPr>
          </a:p>
        </p:txBody>
      </p:sp>
      <p:sp>
        <p:nvSpPr>
          <p:cNvPr id="12" name="Rectangle 11">
            <a:extLst>
              <a:ext uri="{FF2B5EF4-FFF2-40B4-BE49-F238E27FC236}">
                <a16:creationId xmlns:a16="http://schemas.microsoft.com/office/drawing/2014/main" id="{5EC62047-FE1C-5834-08D5-0128AD73A1D2}"/>
              </a:ext>
            </a:extLst>
          </p:cNvPr>
          <p:cNvSpPr/>
          <p:nvPr/>
        </p:nvSpPr>
        <p:spPr>
          <a:xfrm>
            <a:off x="3355369" y="4384063"/>
            <a:ext cx="1881884" cy="41867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LLM_formater.py</a:t>
            </a:r>
            <a:endParaRPr lang="en-US"/>
          </a:p>
        </p:txBody>
      </p:sp>
      <p:cxnSp>
        <p:nvCxnSpPr>
          <p:cNvPr id="13" name="Straight Arrow Connector 12">
            <a:extLst>
              <a:ext uri="{FF2B5EF4-FFF2-40B4-BE49-F238E27FC236}">
                <a16:creationId xmlns:a16="http://schemas.microsoft.com/office/drawing/2014/main" id="{D16D517D-0468-099E-17AE-4F0A001BC7E6}"/>
              </a:ext>
            </a:extLst>
          </p:cNvPr>
          <p:cNvCxnSpPr>
            <a:cxnSpLocks/>
          </p:cNvCxnSpPr>
          <p:nvPr/>
        </p:nvCxnSpPr>
        <p:spPr>
          <a:xfrm>
            <a:off x="1482903" y="4911047"/>
            <a:ext cx="1" cy="4305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8294F2C-F9D2-ED22-AD66-2BC415F52F67}"/>
              </a:ext>
            </a:extLst>
          </p:cNvPr>
          <p:cNvCxnSpPr>
            <a:cxnSpLocks/>
          </p:cNvCxnSpPr>
          <p:nvPr/>
        </p:nvCxnSpPr>
        <p:spPr>
          <a:xfrm>
            <a:off x="1482903" y="3751889"/>
            <a:ext cx="0" cy="595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167EC60-03D4-5822-18FF-7298F507AE10}"/>
              </a:ext>
            </a:extLst>
          </p:cNvPr>
          <p:cNvCxnSpPr>
            <a:cxnSpLocks/>
          </p:cNvCxnSpPr>
          <p:nvPr/>
        </p:nvCxnSpPr>
        <p:spPr>
          <a:xfrm flipV="1">
            <a:off x="6671349" y="3824665"/>
            <a:ext cx="0" cy="559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E9B5DF9E-8F18-EB0B-3FB9-2BD51A60780A}"/>
              </a:ext>
            </a:extLst>
          </p:cNvPr>
          <p:cNvSpPr/>
          <p:nvPr/>
        </p:nvSpPr>
        <p:spPr>
          <a:xfrm>
            <a:off x="3347229" y="5333688"/>
            <a:ext cx="2108772" cy="418665"/>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rPr>
              <a:t>tasksMail_LLM.csv</a:t>
            </a:r>
            <a:endParaRPr lang="en-US">
              <a:solidFill>
                <a:schemeClr val="tx1"/>
              </a:solidFill>
            </a:endParaRPr>
          </a:p>
        </p:txBody>
      </p:sp>
      <p:sp>
        <p:nvSpPr>
          <p:cNvPr id="30" name="TextBox 29">
            <a:extLst>
              <a:ext uri="{FF2B5EF4-FFF2-40B4-BE49-F238E27FC236}">
                <a16:creationId xmlns:a16="http://schemas.microsoft.com/office/drawing/2014/main" id="{4D5B2228-C9B6-E4FD-4612-23CFB24BE4EF}"/>
              </a:ext>
            </a:extLst>
          </p:cNvPr>
          <p:cNvSpPr txBox="1"/>
          <p:nvPr/>
        </p:nvSpPr>
        <p:spPr>
          <a:xfrm>
            <a:off x="663965" y="1953160"/>
            <a:ext cx="6127254" cy="369332"/>
          </a:xfrm>
          <a:prstGeom prst="rect">
            <a:avLst/>
          </a:prstGeom>
          <a:noFill/>
        </p:spPr>
        <p:txBody>
          <a:bodyPr wrap="square" rtlCol="0">
            <a:spAutoFit/>
          </a:bodyPr>
          <a:lstStyle/>
          <a:p>
            <a:r>
              <a:rPr lang="en-US"/>
              <a:t>preLLM.csv = taskMail.csv not </a:t>
            </a:r>
            <a:r>
              <a:rPr lang="en-US" altLang="zh-CN">
                <a:solidFill>
                  <a:schemeClr val="tx1"/>
                </a:solidFill>
              </a:rPr>
              <a:t>tasksMail_LLM_merge.csv</a:t>
            </a:r>
            <a:r>
              <a:rPr lang="en-US"/>
              <a:t>(n-1)</a:t>
            </a:r>
          </a:p>
        </p:txBody>
      </p:sp>
      <p:sp>
        <p:nvSpPr>
          <p:cNvPr id="31" name="TextBox 30">
            <a:extLst>
              <a:ext uri="{FF2B5EF4-FFF2-40B4-BE49-F238E27FC236}">
                <a16:creationId xmlns:a16="http://schemas.microsoft.com/office/drawing/2014/main" id="{DDAA162F-00DF-42E9-987B-1F2882191935}"/>
              </a:ext>
            </a:extLst>
          </p:cNvPr>
          <p:cNvSpPr txBox="1"/>
          <p:nvPr/>
        </p:nvSpPr>
        <p:spPr>
          <a:xfrm>
            <a:off x="105952" y="2491489"/>
            <a:ext cx="8113374" cy="369332"/>
          </a:xfrm>
          <a:prstGeom prst="rect">
            <a:avLst/>
          </a:prstGeom>
          <a:noFill/>
        </p:spPr>
        <p:txBody>
          <a:bodyPr wrap="square" rtlCol="0">
            <a:spAutoFit/>
          </a:bodyPr>
          <a:lstStyle/>
          <a:p>
            <a:r>
              <a:rPr lang="en-US" altLang="zh-CN">
                <a:solidFill>
                  <a:schemeClr val="tx1"/>
                </a:solidFill>
              </a:rPr>
              <a:t>tasksMail_LLM_merge.csv</a:t>
            </a:r>
            <a:r>
              <a:rPr lang="en-US" altLang="zh-CN"/>
              <a:t> </a:t>
            </a:r>
            <a:r>
              <a:rPr lang="en-US"/>
              <a:t>= not </a:t>
            </a:r>
            <a:r>
              <a:rPr lang="en-US" altLang="zh-CN">
                <a:solidFill>
                  <a:schemeClr val="tx1"/>
                </a:solidFill>
              </a:rPr>
              <a:t>tasksMail_LLM_merge.csv</a:t>
            </a:r>
            <a:r>
              <a:rPr lang="en-US"/>
              <a:t>(n-1) or tasksMail_LLM.csv</a:t>
            </a:r>
          </a:p>
        </p:txBody>
      </p:sp>
      <p:sp>
        <p:nvSpPr>
          <p:cNvPr id="32" name="Rectangle 31">
            <a:extLst>
              <a:ext uri="{FF2B5EF4-FFF2-40B4-BE49-F238E27FC236}">
                <a16:creationId xmlns:a16="http://schemas.microsoft.com/office/drawing/2014/main" id="{91121CB0-A803-0929-7B49-F9AAAE71021D}"/>
              </a:ext>
            </a:extLst>
          </p:cNvPr>
          <p:cNvSpPr/>
          <p:nvPr/>
        </p:nvSpPr>
        <p:spPr>
          <a:xfrm>
            <a:off x="4953855" y="3406000"/>
            <a:ext cx="2704671" cy="418665"/>
          </a:xfrm>
          <a:prstGeom prst="rect">
            <a:avLst/>
          </a:prstGeom>
          <a:noFill/>
          <a:ln>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rPr>
              <a:t>tasksMail_LLM_merge.csv</a:t>
            </a:r>
            <a:endParaRPr lang="en-US">
              <a:solidFill>
                <a:schemeClr val="tx1"/>
              </a:solidFill>
            </a:endParaRPr>
          </a:p>
        </p:txBody>
      </p:sp>
      <p:cxnSp>
        <p:nvCxnSpPr>
          <p:cNvPr id="38" name="Straight Arrow Connector 37">
            <a:extLst>
              <a:ext uri="{FF2B5EF4-FFF2-40B4-BE49-F238E27FC236}">
                <a16:creationId xmlns:a16="http://schemas.microsoft.com/office/drawing/2014/main" id="{DC7FD59B-3846-5A81-A2D0-4BC533D033C5}"/>
              </a:ext>
            </a:extLst>
          </p:cNvPr>
          <p:cNvCxnSpPr>
            <a:cxnSpLocks/>
          </p:cNvCxnSpPr>
          <p:nvPr/>
        </p:nvCxnSpPr>
        <p:spPr>
          <a:xfrm>
            <a:off x="4401615" y="4864252"/>
            <a:ext cx="0" cy="4773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F0CC5D39-8B1D-FFE1-E42A-DFC347D6C5A6}"/>
              </a:ext>
            </a:extLst>
          </p:cNvPr>
          <p:cNvCxnSpPr>
            <a:cxnSpLocks/>
            <a:stCxn id="10" idx="3"/>
            <a:endCxn id="12" idx="1"/>
          </p:cNvCxnSpPr>
          <p:nvPr/>
        </p:nvCxnSpPr>
        <p:spPr>
          <a:xfrm flipV="1">
            <a:off x="2260313" y="4593399"/>
            <a:ext cx="1095056" cy="957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5651F226-4AA0-48BB-444D-910E0E9F9070}"/>
              </a:ext>
            </a:extLst>
          </p:cNvPr>
          <p:cNvCxnSpPr>
            <a:cxnSpLocks/>
          </p:cNvCxnSpPr>
          <p:nvPr/>
        </p:nvCxnSpPr>
        <p:spPr>
          <a:xfrm flipV="1">
            <a:off x="5495594" y="4573567"/>
            <a:ext cx="487599" cy="9235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9A83F289-2812-F3E4-C071-70627BE2D58E}"/>
              </a:ext>
            </a:extLst>
          </p:cNvPr>
          <p:cNvCxnSpPr>
            <a:cxnSpLocks/>
            <a:stCxn id="32" idx="1"/>
          </p:cNvCxnSpPr>
          <p:nvPr/>
        </p:nvCxnSpPr>
        <p:spPr>
          <a:xfrm flipH="1">
            <a:off x="2771884" y="3615333"/>
            <a:ext cx="218197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F102E567-4474-A8A3-408E-0A36804B1601}"/>
              </a:ext>
            </a:extLst>
          </p:cNvPr>
          <p:cNvSpPr/>
          <p:nvPr/>
        </p:nvSpPr>
        <p:spPr>
          <a:xfrm>
            <a:off x="6050189" y="4384063"/>
            <a:ext cx="1625029" cy="418672"/>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merge_task.py</a:t>
            </a:r>
            <a:endParaRPr lang="en-US"/>
          </a:p>
        </p:txBody>
      </p:sp>
      <p:cxnSp>
        <p:nvCxnSpPr>
          <p:cNvPr id="22" name="Straight Connector 21">
            <a:extLst>
              <a:ext uri="{FF2B5EF4-FFF2-40B4-BE49-F238E27FC236}">
                <a16:creationId xmlns:a16="http://schemas.microsoft.com/office/drawing/2014/main" id="{4D41067D-3BB4-7893-E33E-699671BFED07}"/>
              </a:ext>
            </a:extLst>
          </p:cNvPr>
          <p:cNvCxnSpPr>
            <a:cxnSpLocks/>
          </p:cNvCxnSpPr>
          <p:nvPr/>
        </p:nvCxnSpPr>
        <p:spPr>
          <a:xfrm>
            <a:off x="8291245" y="1850149"/>
            <a:ext cx="0" cy="455145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8515588-0E9B-BA68-AE0E-7B739E77A305}"/>
              </a:ext>
            </a:extLst>
          </p:cNvPr>
          <p:cNvCxnSpPr>
            <a:cxnSpLocks/>
          </p:cNvCxnSpPr>
          <p:nvPr/>
        </p:nvCxnSpPr>
        <p:spPr>
          <a:xfrm>
            <a:off x="7720815" y="3607470"/>
            <a:ext cx="9970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DD5F7F0-161E-F74F-D639-C316CD956980}"/>
              </a:ext>
            </a:extLst>
          </p:cNvPr>
          <p:cNvSpPr txBox="1"/>
          <p:nvPr/>
        </p:nvSpPr>
        <p:spPr>
          <a:xfrm>
            <a:off x="885288" y="6165460"/>
            <a:ext cx="6107986" cy="369332"/>
          </a:xfrm>
          <a:prstGeom prst="rect">
            <a:avLst/>
          </a:prstGeom>
          <a:solidFill>
            <a:schemeClr val="accent1">
              <a:lumMod val="40000"/>
              <a:lumOff val="60000"/>
            </a:schemeClr>
          </a:solidFill>
        </p:spPr>
        <p:txBody>
          <a:bodyPr wrap="square">
            <a:spAutoFit/>
          </a:bodyPr>
          <a:lstStyle/>
          <a:p>
            <a:pPr algn="ctr"/>
            <a:r>
              <a:rPr lang="en-US" altLang="zh-CN" err="1"/>
              <a:t>LLM_formater.csh</a:t>
            </a:r>
            <a:endParaRPr lang="en-US"/>
          </a:p>
        </p:txBody>
      </p:sp>
      <p:cxnSp>
        <p:nvCxnSpPr>
          <p:cNvPr id="34" name="Straight Arrow Connector 33">
            <a:extLst>
              <a:ext uri="{FF2B5EF4-FFF2-40B4-BE49-F238E27FC236}">
                <a16:creationId xmlns:a16="http://schemas.microsoft.com/office/drawing/2014/main" id="{C88EC87A-DC88-6E88-FF8D-F95149270FC9}"/>
              </a:ext>
            </a:extLst>
          </p:cNvPr>
          <p:cNvCxnSpPr>
            <a:cxnSpLocks/>
          </p:cNvCxnSpPr>
          <p:nvPr/>
        </p:nvCxnSpPr>
        <p:spPr>
          <a:xfrm flipH="1">
            <a:off x="2407150" y="3676500"/>
            <a:ext cx="364734" cy="854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9" name="Picture 38">
            <a:extLst>
              <a:ext uri="{FF2B5EF4-FFF2-40B4-BE49-F238E27FC236}">
                <a16:creationId xmlns:a16="http://schemas.microsoft.com/office/drawing/2014/main" id="{2031188C-7EF9-C924-BB1F-473F3E864805}"/>
              </a:ext>
            </a:extLst>
          </p:cNvPr>
          <p:cNvPicPr>
            <a:picLocks noChangeAspect="1"/>
          </p:cNvPicPr>
          <p:nvPr/>
        </p:nvPicPr>
        <p:blipFill>
          <a:blip r:embed="rId2"/>
          <a:stretch>
            <a:fillRect/>
          </a:stretch>
        </p:blipFill>
        <p:spPr>
          <a:xfrm>
            <a:off x="8784404" y="2676155"/>
            <a:ext cx="3371850" cy="3743325"/>
          </a:xfrm>
          <a:prstGeom prst="rect">
            <a:avLst/>
          </a:prstGeom>
        </p:spPr>
      </p:pic>
    </p:spTree>
    <p:extLst>
      <p:ext uri="{BB962C8B-B14F-4D97-AF65-F5344CB8AC3E}">
        <p14:creationId xmlns:p14="http://schemas.microsoft.com/office/powerpoint/2010/main" val="3277327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7CCB69-27FB-82A6-FAB2-AAAB5BF7BE58}"/>
              </a:ext>
            </a:extLst>
          </p:cNvPr>
          <p:cNvSpPr txBox="1"/>
          <p:nvPr/>
        </p:nvSpPr>
        <p:spPr>
          <a:xfrm>
            <a:off x="92345" y="302339"/>
            <a:ext cx="4531026" cy="461665"/>
          </a:xfrm>
          <a:prstGeom prst="rect">
            <a:avLst/>
          </a:prstGeom>
          <a:noFill/>
        </p:spPr>
        <p:txBody>
          <a:bodyPr wrap="square" rtlCol="0">
            <a:spAutoFit/>
          </a:bodyPr>
          <a:lstStyle/>
          <a:p>
            <a:r>
              <a:rPr lang="en-US" sz="2400"/>
              <a:t>Instruction Definition</a:t>
            </a:r>
          </a:p>
        </p:txBody>
      </p:sp>
      <p:sp>
        <p:nvSpPr>
          <p:cNvPr id="7" name="TextBox 6">
            <a:extLst>
              <a:ext uri="{FF2B5EF4-FFF2-40B4-BE49-F238E27FC236}">
                <a16:creationId xmlns:a16="http://schemas.microsoft.com/office/drawing/2014/main" id="{89A61D5B-0276-CAAE-2E0D-C49C0932F1D4}"/>
              </a:ext>
            </a:extLst>
          </p:cNvPr>
          <p:cNvSpPr txBox="1"/>
          <p:nvPr/>
        </p:nvSpPr>
        <p:spPr>
          <a:xfrm>
            <a:off x="205483" y="894121"/>
            <a:ext cx="11476234" cy="923330"/>
          </a:xfrm>
          <a:prstGeom prst="rect">
            <a:avLst/>
          </a:prstGeom>
          <a:noFill/>
        </p:spPr>
        <p:txBody>
          <a:bodyPr wrap="square" rtlCol="0">
            <a:spAutoFit/>
          </a:bodyPr>
          <a:lstStyle/>
          <a:p>
            <a:pPr marL="285750" indent="-285750">
              <a:buFont typeface="Wingdings" panose="05000000000000000000" pitchFamily="2" charset="2"/>
              <a:buChar char="Ø"/>
            </a:pPr>
            <a:r>
              <a:rPr lang="en-US" altLang="zh-CN"/>
              <a:t>When we define the instruction that can be extracted from mail and will be executed in </a:t>
            </a:r>
            <a:r>
              <a:rPr lang="en-US" altLang="zh-CN" err="1"/>
              <a:t>linux</a:t>
            </a:r>
            <a:r>
              <a:rPr lang="en-US" altLang="zh-CN"/>
              <a:t>, we need to: </a:t>
            </a:r>
          </a:p>
          <a:p>
            <a:pPr marL="742950" lvl="1" indent="-285750">
              <a:buFont typeface="Wingdings" panose="05000000000000000000" pitchFamily="2" charset="2"/>
              <a:buChar char="§"/>
            </a:pPr>
            <a:r>
              <a:rPr lang="en-US" altLang="zh-CN"/>
              <a:t>Define the sentence which contain the key word that define in keyword.csv</a:t>
            </a:r>
          </a:p>
          <a:p>
            <a:pPr marL="742950" lvl="1" indent="-285750">
              <a:buFont typeface="Wingdings" panose="05000000000000000000" pitchFamily="2" charset="2"/>
              <a:buChar char="§"/>
            </a:pPr>
            <a:r>
              <a:rPr lang="en-US" altLang="zh-CN"/>
              <a:t>Define the .</a:t>
            </a:r>
            <a:r>
              <a:rPr lang="en-US" altLang="zh-CN" err="1"/>
              <a:t>csh</a:t>
            </a:r>
            <a:r>
              <a:rPr lang="en-US" altLang="zh-CN"/>
              <a:t> and the argument that .</a:t>
            </a:r>
            <a:r>
              <a:rPr lang="en-US" altLang="zh-CN" err="1"/>
              <a:t>csh</a:t>
            </a:r>
            <a:r>
              <a:rPr lang="en-US" altLang="zh-CN"/>
              <a:t> needed.</a:t>
            </a:r>
          </a:p>
        </p:txBody>
      </p:sp>
      <p:sp>
        <p:nvSpPr>
          <p:cNvPr id="19" name="TextBox 18">
            <a:extLst>
              <a:ext uri="{FF2B5EF4-FFF2-40B4-BE49-F238E27FC236}">
                <a16:creationId xmlns:a16="http://schemas.microsoft.com/office/drawing/2014/main" id="{DA91BBAB-D490-7A29-7FB8-729025804304}"/>
              </a:ext>
            </a:extLst>
          </p:cNvPr>
          <p:cNvSpPr txBox="1"/>
          <p:nvPr/>
        </p:nvSpPr>
        <p:spPr>
          <a:xfrm>
            <a:off x="205483" y="1903481"/>
            <a:ext cx="2075380" cy="369332"/>
          </a:xfrm>
          <a:prstGeom prst="rect">
            <a:avLst/>
          </a:prstGeom>
          <a:noFill/>
        </p:spPr>
        <p:txBody>
          <a:bodyPr wrap="square" rtlCol="0">
            <a:spAutoFit/>
          </a:bodyPr>
          <a:lstStyle/>
          <a:p>
            <a:r>
              <a:rPr lang="en-US" altLang="zh-CN"/>
              <a:t>keyword.csv:</a:t>
            </a:r>
            <a:endParaRPr lang="en-US"/>
          </a:p>
        </p:txBody>
      </p:sp>
      <p:pic>
        <p:nvPicPr>
          <p:cNvPr id="3" name="Picture 2">
            <a:extLst>
              <a:ext uri="{FF2B5EF4-FFF2-40B4-BE49-F238E27FC236}">
                <a16:creationId xmlns:a16="http://schemas.microsoft.com/office/drawing/2014/main" id="{EE9419FA-18E0-409F-BC27-90D856D302D7}"/>
              </a:ext>
            </a:extLst>
          </p:cNvPr>
          <p:cNvPicPr>
            <a:picLocks noChangeAspect="1"/>
          </p:cNvPicPr>
          <p:nvPr/>
        </p:nvPicPr>
        <p:blipFill>
          <a:blip r:embed="rId2"/>
          <a:stretch>
            <a:fillRect/>
          </a:stretch>
        </p:blipFill>
        <p:spPr>
          <a:xfrm>
            <a:off x="205483" y="3771424"/>
            <a:ext cx="11620072" cy="320724"/>
          </a:xfrm>
          <a:prstGeom prst="rect">
            <a:avLst/>
          </a:prstGeom>
        </p:spPr>
      </p:pic>
      <p:sp>
        <p:nvSpPr>
          <p:cNvPr id="9" name="TextBox 8">
            <a:extLst>
              <a:ext uri="{FF2B5EF4-FFF2-40B4-BE49-F238E27FC236}">
                <a16:creationId xmlns:a16="http://schemas.microsoft.com/office/drawing/2014/main" id="{6C18A5FD-C7F5-9DAB-E54C-CA1825841BDF}"/>
              </a:ext>
            </a:extLst>
          </p:cNvPr>
          <p:cNvSpPr txBox="1"/>
          <p:nvPr/>
        </p:nvSpPr>
        <p:spPr>
          <a:xfrm>
            <a:off x="205483" y="3402092"/>
            <a:ext cx="2075380" cy="369332"/>
          </a:xfrm>
          <a:prstGeom prst="rect">
            <a:avLst/>
          </a:prstGeom>
          <a:noFill/>
        </p:spPr>
        <p:txBody>
          <a:bodyPr wrap="square" rtlCol="0">
            <a:spAutoFit/>
          </a:bodyPr>
          <a:lstStyle/>
          <a:p>
            <a:r>
              <a:rPr lang="en-US" altLang="zh-CN"/>
              <a:t>Instruction.csv:</a:t>
            </a:r>
            <a:endParaRPr lang="en-US"/>
          </a:p>
        </p:txBody>
      </p:sp>
      <p:pic>
        <p:nvPicPr>
          <p:cNvPr id="11" name="Picture 10">
            <a:extLst>
              <a:ext uri="{FF2B5EF4-FFF2-40B4-BE49-F238E27FC236}">
                <a16:creationId xmlns:a16="http://schemas.microsoft.com/office/drawing/2014/main" id="{802E8EBE-1F34-FBF7-964F-6002980C7EF3}"/>
              </a:ext>
            </a:extLst>
          </p:cNvPr>
          <p:cNvPicPr>
            <a:picLocks noChangeAspect="1"/>
          </p:cNvPicPr>
          <p:nvPr/>
        </p:nvPicPr>
        <p:blipFill>
          <a:blip r:embed="rId3"/>
          <a:stretch>
            <a:fillRect/>
          </a:stretch>
        </p:blipFill>
        <p:spPr>
          <a:xfrm>
            <a:off x="285964" y="2383163"/>
            <a:ext cx="5753100" cy="371475"/>
          </a:xfrm>
          <a:prstGeom prst="rect">
            <a:avLst/>
          </a:prstGeom>
        </p:spPr>
      </p:pic>
      <p:pic>
        <p:nvPicPr>
          <p:cNvPr id="13" name="Picture 12">
            <a:extLst>
              <a:ext uri="{FF2B5EF4-FFF2-40B4-BE49-F238E27FC236}">
                <a16:creationId xmlns:a16="http://schemas.microsoft.com/office/drawing/2014/main" id="{88327A0E-1E8B-8669-EFA2-D82B2C3AE69E}"/>
              </a:ext>
            </a:extLst>
          </p:cNvPr>
          <p:cNvPicPr>
            <a:picLocks noChangeAspect="1"/>
          </p:cNvPicPr>
          <p:nvPr/>
        </p:nvPicPr>
        <p:blipFill>
          <a:blip r:embed="rId4"/>
          <a:stretch>
            <a:fillRect/>
          </a:stretch>
        </p:blipFill>
        <p:spPr>
          <a:xfrm>
            <a:off x="285964" y="2748206"/>
            <a:ext cx="5953125" cy="333375"/>
          </a:xfrm>
          <a:prstGeom prst="rect">
            <a:avLst/>
          </a:prstGeom>
        </p:spPr>
      </p:pic>
      <p:sp>
        <p:nvSpPr>
          <p:cNvPr id="14" name="Rectangle 13">
            <a:extLst>
              <a:ext uri="{FF2B5EF4-FFF2-40B4-BE49-F238E27FC236}">
                <a16:creationId xmlns:a16="http://schemas.microsoft.com/office/drawing/2014/main" id="{8838D9FB-747E-19ED-F5F8-2C529DC58A51}"/>
              </a:ext>
            </a:extLst>
          </p:cNvPr>
          <p:cNvSpPr/>
          <p:nvPr/>
        </p:nvSpPr>
        <p:spPr>
          <a:xfrm>
            <a:off x="1243174" y="3722817"/>
            <a:ext cx="410965" cy="369332"/>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8E27D9B-269B-5DD8-F75F-172BF82A936C}"/>
              </a:ext>
            </a:extLst>
          </p:cNvPr>
          <p:cNvSpPr/>
          <p:nvPr/>
        </p:nvSpPr>
        <p:spPr>
          <a:xfrm>
            <a:off x="1762018" y="3713546"/>
            <a:ext cx="410965" cy="369332"/>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62EC3975-3DCA-13C0-170E-5B1DA727EB57}"/>
              </a:ext>
            </a:extLst>
          </p:cNvPr>
          <p:cNvCxnSpPr>
            <a:cxnSpLocks/>
          </p:cNvCxnSpPr>
          <p:nvPr/>
        </p:nvCxnSpPr>
        <p:spPr>
          <a:xfrm flipH="1" flipV="1">
            <a:off x="1006867" y="2642145"/>
            <a:ext cx="236306" cy="944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EE63226-787B-531D-63B7-4C132DFE165A}"/>
              </a:ext>
            </a:extLst>
          </p:cNvPr>
          <p:cNvCxnSpPr>
            <a:cxnSpLocks/>
          </p:cNvCxnSpPr>
          <p:nvPr/>
        </p:nvCxnSpPr>
        <p:spPr>
          <a:xfrm flipH="1" flipV="1">
            <a:off x="883578" y="2975391"/>
            <a:ext cx="924674" cy="6793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3D8D995-C891-C9D1-B639-BF627F172FD7}"/>
              </a:ext>
            </a:extLst>
          </p:cNvPr>
          <p:cNvSpPr txBox="1"/>
          <p:nvPr/>
        </p:nvSpPr>
        <p:spPr>
          <a:xfrm>
            <a:off x="476892" y="4716037"/>
            <a:ext cx="10933416" cy="1200329"/>
          </a:xfrm>
          <a:prstGeom prst="rect">
            <a:avLst/>
          </a:prstGeom>
          <a:noFill/>
        </p:spPr>
        <p:txBody>
          <a:bodyPr wrap="square">
            <a:spAutoFit/>
          </a:bodyPr>
          <a:lstStyle/>
          <a:p>
            <a:pPr marL="285750" indent="-285750" rtl="0" fontAlgn="ctr">
              <a:spcBef>
                <a:spcPts val="0"/>
              </a:spcBef>
              <a:spcAft>
                <a:spcPts val="0"/>
              </a:spcAft>
              <a:buFont typeface="Wingdings" panose="05000000000000000000" pitchFamily="2" charset="2"/>
              <a:buChar char="Ø"/>
            </a:pPr>
            <a:r>
              <a:rPr lang="en-US" sz="1800">
                <a:effectLst/>
                <a:latin typeface="Calibri" panose="020F0502020204030204" pitchFamily="34" charset="0"/>
              </a:rPr>
              <a:t>Key word determine which instruction. Argument determine what params instruction use. If transfer too many key word to argument, the instruction may need to use more "if", so we need to evaluate the ratio b/w instruction numbers due to more key word / "if" number due to more argument, the principle is the less "if", the better.</a:t>
            </a:r>
          </a:p>
        </p:txBody>
      </p:sp>
    </p:spTree>
    <p:extLst>
      <p:ext uri="{BB962C8B-B14F-4D97-AF65-F5344CB8AC3E}">
        <p14:creationId xmlns:p14="http://schemas.microsoft.com/office/powerpoint/2010/main" val="27945991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7CCB69-27FB-82A6-FAB2-AAAB5BF7BE58}"/>
              </a:ext>
            </a:extLst>
          </p:cNvPr>
          <p:cNvSpPr txBox="1"/>
          <p:nvPr/>
        </p:nvSpPr>
        <p:spPr>
          <a:xfrm>
            <a:off x="92345" y="302339"/>
            <a:ext cx="4531026" cy="461665"/>
          </a:xfrm>
          <a:prstGeom prst="rect">
            <a:avLst/>
          </a:prstGeom>
          <a:noFill/>
        </p:spPr>
        <p:txBody>
          <a:bodyPr wrap="square" rtlCol="0">
            <a:spAutoFit/>
          </a:bodyPr>
          <a:lstStyle/>
          <a:p>
            <a:r>
              <a:rPr lang="en-US" sz="2400"/>
              <a:t>Argument recognition</a:t>
            </a:r>
          </a:p>
        </p:txBody>
      </p:sp>
      <p:sp>
        <p:nvSpPr>
          <p:cNvPr id="7" name="TextBox 6">
            <a:extLst>
              <a:ext uri="{FF2B5EF4-FFF2-40B4-BE49-F238E27FC236}">
                <a16:creationId xmlns:a16="http://schemas.microsoft.com/office/drawing/2014/main" id="{89A61D5B-0276-CAAE-2E0D-C49C0932F1D4}"/>
              </a:ext>
            </a:extLst>
          </p:cNvPr>
          <p:cNvSpPr txBox="1"/>
          <p:nvPr/>
        </p:nvSpPr>
        <p:spPr>
          <a:xfrm>
            <a:off x="205483" y="894121"/>
            <a:ext cx="11506934" cy="923330"/>
          </a:xfrm>
          <a:prstGeom prst="rect">
            <a:avLst/>
          </a:prstGeom>
          <a:noFill/>
        </p:spPr>
        <p:txBody>
          <a:bodyPr wrap="square" rtlCol="0">
            <a:spAutoFit/>
          </a:bodyPr>
          <a:lstStyle/>
          <a:p>
            <a:pPr marL="285750" indent="-285750">
              <a:buFont typeface="Wingdings" panose="05000000000000000000" pitchFamily="2" charset="2"/>
              <a:buChar char="Ø"/>
            </a:pPr>
            <a:r>
              <a:rPr lang="en-US" altLang="zh-CN"/>
              <a:t>When the agent parse the mail to .</a:t>
            </a:r>
            <a:r>
              <a:rPr lang="en-US" altLang="zh-CN" err="1"/>
              <a:t>csh</a:t>
            </a:r>
            <a:r>
              <a:rPr lang="en-US" altLang="zh-CN"/>
              <a:t>, it need to recognize the operation code from instruction.csv, as well as the argument could be various object, which need to be pre-defined in many way to be recognized. It is stored in argument.csv</a:t>
            </a:r>
          </a:p>
        </p:txBody>
      </p:sp>
      <p:grpSp>
        <p:nvGrpSpPr>
          <p:cNvPr id="18" name="Group 17">
            <a:extLst>
              <a:ext uri="{FF2B5EF4-FFF2-40B4-BE49-F238E27FC236}">
                <a16:creationId xmlns:a16="http://schemas.microsoft.com/office/drawing/2014/main" id="{89C2D349-7E3D-83E3-EE54-708F01B8DB4C}"/>
              </a:ext>
            </a:extLst>
          </p:cNvPr>
          <p:cNvGrpSpPr/>
          <p:nvPr/>
        </p:nvGrpSpPr>
        <p:grpSpPr>
          <a:xfrm>
            <a:off x="92345" y="2050208"/>
            <a:ext cx="11620072" cy="534257"/>
            <a:chOff x="0" y="2260314"/>
            <a:chExt cx="11620072" cy="534257"/>
          </a:xfrm>
        </p:grpSpPr>
        <p:pic>
          <p:nvPicPr>
            <p:cNvPr id="8" name="Picture 7">
              <a:extLst>
                <a:ext uri="{FF2B5EF4-FFF2-40B4-BE49-F238E27FC236}">
                  <a16:creationId xmlns:a16="http://schemas.microsoft.com/office/drawing/2014/main" id="{085E1B03-312D-D74C-3281-D68C07BC008B}"/>
                </a:ext>
              </a:extLst>
            </p:cNvPr>
            <p:cNvPicPr>
              <a:picLocks noChangeAspect="1"/>
            </p:cNvPicPr>
            <p:nvPr/>
          </p:nvPicPr>
          <p:blipFill>
            <a:blip r:embed="rId2"/>
            <a:stretch>
              <a:fillRect/>
            </a:stretch>
          </p:blipFill>
          <p:spPr>
            <a:xfrm>
              <a:off x="0" y="2346345"/>
              <a:ext cx="11620072" cy="320724"/>
            </a:xfrm>
            <a:prstGeom prst="rect">
              <a:avLst/>
            </a:prstGeom>
          </p:spPr>
        </p:pic>
        <p:sp>
          <p:nvSpPr>
            <p:cNvPr id="10" name="Rectangle 9">
              <a:extLst>
                <a:ext uri="{FF2B5EF4-FFF2-40B4-BE49-F238E27FC236}">
                  <a16:creationId xmlns:a16="http://schemas.microsoft.com/office/drawing/2014/main" id="{A9DCA7E3-4893-2335-0D80-111EA628262E}"/>
                </a:ext>
              </a:extLst>
            </p:cNvPr>
            <p:cNvSpPr/>
            <p:nvPr/>
          </p:nvSpPr>
          <p:spPr>
            <a:xfrm>
              <a:off x="205482" y="2260314"/>
              <a:ext cx="3462391" cy="534255"/>
            </a:xfrm>
            <a:prstGeom prst="rect">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3B02D81-8342-AEA1-811E-3CAF3DD2BA3A}"/>
                </a:ext>
              </a:extLst>
            </p:cNvPr>
            <p:cNvSpPr/>
            <p:nvPr/>
          </p:nvSpPr>
          <p:spPr>
            <a:xfrm>
              <a:off x="3873355" y="2260315"/>
              <a:ext cx="1089063" cy="534256"/>
            </a:xfrm>
            <a:prstGeom prst="rect">
              <a:avLst/>
            </a:prstGeom>
            <a:noFill/>
            <a:ln w="19050">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extBox 18">
            <a:extLst>
              <a:ext uri="{FF2B5EF4-FFF2-40B4-BE49-F238E27FC236}">
                <a16:creationId xmlns:a16="http://schemas.microsoft.com/office/drawing/2014/main" id="{DA91BBAB-D490-7A29-7FB8-729025804304}"/>
              </a:ext>
            </a:extLst>
          </p:cNvPr>
          <p:cNvSpPr txBox="1"/>
          <p:nvPr/>
        </p:nvSpPr>
        <p:spPr>
          <a:xfrm>
            <a:off x="205483" y="1708723"/>
            <a:ext cx="2075380" cy="369332"/>
          </a:xfrm>
          <a:prstGeom prst="rect">
            <a:avLst/>
          </a:prstGeom>
          <a:noFill/>
        </p:spPr>
        <p:txBody>
          <a:bodyPr wrap="square" rtlCol="0">
            <a:spAutoFit/>
          </a:bodyPr>
          <a:lstStyle/>
          <a:p>
            <a:r>
              <a:rPr lang="en-US" altLang="zh-CN"/>
              <a:t>Instruction.csv:</a:t>
            </a:r>
            <a:endParaRPr lang="en-US"/>
          </a:p>
        </p:txBody>
      </p:sp>
      <p:graphicFrame>
        <p:nvGraphicFramePr>
          <p:cNvPr id="2" name="Table 1">
            <a:extLst>
              <a:ext uri="{FF2B5EF4-FFF2-40B4-BE49-F238E27FC236}">
                <a16:creationId xmlns:a16="http://schemas.microsoft.com/office/drawing/2014/main" id="{181E1FB7-8985-C49A-A523-CBE6588793D3}"/>
              </a:ext>
            </a:extLst>
          </p:cNvPr>
          <p:cNvGraphicFramePr>
            <a:graphicFrameLocks noGrp="1"/>
          </p:cNvGraphicFramePr>
          <p:nvPr>
            <p:extLst>
              <p:ext uri="{D42A27DB-BD31-4B8C-83A1-F6EECF244321}">
                <p14:modId xmlns:p14="http://schemas.microsoft.com/office/powerpoint/2010/main" val="1958267374"/>
              </p:ext>
            </p:extLst>
          </p:nvPr>
        </p:nvGraphicFramePr>
        <p:xfrm>
          <a:off x="648983" y="2688511"/>
          <a:ext cx="7786099" cy="3867150"/>
        </p:xfrm>
        <a:graphic>
          <a:graphicData uri="http://schemas.openxmlformats.org/drawingml/2006/table">
            <a:tbl>
              <a:tblPr firstRow="1" firstCol="1">
                <a:tableStyleId>{21E4AEA4-8DFA-4A89-87EB-49C32662AFE0}</a:tableStyleId>
              </a:tblPr>
              <a:tblGrid>
                <a:gridCol w="677052">
                  <a:extLst>
                    <a:ext uri="{9D8B030D-6E8A-4147-A177-3AD203B41FA5}">
                      <a16:colId xmlns:a16="http://schemas.microsoft.com/office/drawing/2014/main" val="2027889416"/>
                    </a:ext>
                  </a:extLst>
                </a:gridCol>
                <a:gridCol w="1833683">
                  <a:extLst>
                    <a:ext uri="{9D8B030D-6E8A-4147-A177-3AD203B41FA5}">
                      <a16:colId xmlns:a16="http://schemas.microsoft.com/office/drawing/2014/main" val="2957496529"/>
                    </a:ext>
                  </a:extLst>
                </a:gridCol>
                <a:gridCol w="1833683">
                  <a:extLst>
                    <a:ext uri="{9D8B030D-6E8A-4147-A177-3AD203B41FA5}">
                      <a16:colId xmlns:a16="http://schemas.microsoft.com/office/drawing/2014/main" val="1839422406"/>
                    </a:ext>
                  </a:extLst>
                </a:gridCol>
                <a:gridCol w="3441681">
                  <a:extLst>
                    <a:ext uri="{9D8B030D-6E8A-4147-A177-3AD203B41FA5}">
                      <a16:colId xmlns:a16="http://schemas.microsoft.com/office/drawing/2014/main" val="3671352435"/>
                    </a:ext>
                  </a:extLst>
                </a:gridCol>
              </a:tblGrid>
              <a:tr h="184150">
                <a:tc>
                  <a:txBody>
                    <a:body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ctr"/>
                      <a:r>
                        <a:rPr lang="en-US" sz="1000" u="none" strike="noStrike">
                          <a:effectLst/>
                        </a:rPr>
                        <a:t>defination source</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match requirement</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comment</a:t>
                      </a:r>
                      <a:endParaRPr lang="en-US" sz="10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164460248"/>
                  </a:ext>
                </a:extLst>
              </a:tr>
              <a:tr h="184150">
                <a:tc>
                  <a:txBody>
                    <a:bodyPr/>
                    <a:lstStyle/>
                    <a:p>
                      <a:pPr algn="ctr" fontAlgn="ctr"/>
                      <a:r>
                        <a:rPr lang="en-US" sz="1000" u="none" strike="noStrike">
                          <a:effectLst/>
                        </a:rPr>
                        <a:t>tile</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assignment.csv</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full match</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tile,df_tcdxa_t</a:t>
                      </a:r>
                      <a:endParaRPr lang="en-US" sz="10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695642660"/>
                  </a:ext>
                </a:extLst>
              </a:tr>
              <a:tr h="184150">
                <a:tc>
                  <a:txBody>
                    <a:bodyPr/>
                    <a:lstStyle/>
                    <a:p>
                      <a:pPr algn="ctr" fontAlgn="ctr"/>
                      <a:r>
                        <a:rPr lang="en-US" sz="1000" u="none" strike="noStrike">
                          <a:effectLst/>
                        </a:rPr>
                        <a:t>p4File</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vtoHybridModel.py</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Regular Expression</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re.search('(^//.*)',word)</a:t>
                      </a:r>
                      <a:endParaRPr lang="en-US" sz="10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369814949"/>
                  </a:ext>
                </a:extLst>
              </a:tr>
              <a:tr h="184150">
                <a:tc>
                  <a:txBody>
                    <a:bodyPr/>
                    <a:lstStyle/>
                    <a:p>
                      <a:pPr algn="ctr" fontAlgn="ctr"/>
                      <a:r>
                        <a:rPr lang="en-US" sz="1000" u="none" strike="noStrike">
                          <a:effectLst/>
                        </a:rPr>
                        <a:t>cshell</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vtoHybridModel.py</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NA</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endParaRPr lang="en-US" sz="10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567736775"/>
                  </a:ext>
                </a:extLst>
              </a:tr>
              <a:tr h="184150">
                <a:tc>
                  <a:txBody>
                    <a:bodyPr/>
                    <a:lstStyle/>
                    <a:p>
                      <a:pPr algn="ctr" fontAlgn="ctr"/>
                      <a:r>
                        <a:rPr lang="en-US" sz="1000" u="none" strike="noStrike" err="1">
                          <a:effectLst/>
                        </a:rPr>
                        <a:t>perl</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vtoHybridModel.py</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NA</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173649151"/>
                  </a:ext>
                </a:extLst>
              </a:tr>
              <a:tr h="184150">
                <a:tc>
                  <a:txBody>
                    <a:bodyPr/>
                    <a:lstStyle/>
                    <a:p>
                      <a:pPr algn="ctr" fontAlgn="ctr"/>
                      <a:r>
                        <a:rPr lang="en-US" sz="1000" u="none" strike="noStrike">
                          <a:effectLst/>
                        </a:rPr>
                        <a:t>runDir</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vtoHybridModel.py</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mail unrelated</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self.tasksModelFile+'.runDir'</a:t>
                      </a:r>
                      <a:endParaRPr lang="en-US" sz="10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624244731"/>
                  </a:ext>
                </a:extLst>
              </a:tr>
              <a:tr h="184150">
                <a:tc>
                  <a:txBody>
                    <a:bodyPr/>
                    <a:lstStyle/>
                    <a:p>
                      <a:pPr algn="ctr" fontAlgn="ctr"/>
                      <a:r>
                        <a:rPr lang="en-US" sz="1000" u="none" strike="noStrike">
                          <a:effectLst/>
                        </a:rPr>
                        <a:t>refDir</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vtoHybridModel.py</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Regular Expression</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re.search('(^/[a-zA-Z].*/$)',word)</a:t>
                      </a:r>
                      <a:endParaRPr lang="en-US" sz="10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06104054"/>
                  </a:ext>
                </a:extLst>
              </a:tr>
              <a:tr h="184150">
                <a:tc>
                  <a:txBody>
                    <a:bodyPr/>
                    <a:lstStyle/>
                    <a:p>
                      <a:pPr algn="ctr" fontAlgn="ctr"/>
                      <a:r>
                        <a:rPr lang="en-US" sz="1000" u="none" strike="noStrike">
                          <a:effectLst/>
                        </a:rPr>
                        <a:t>digit</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vtoHybridModel.py</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Regular Expression</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err="1">
                          <a:effectLst/>
                        </a:rPr>
                        <a:t>re.search</a:t>
                      </a:r>
                      <a:r>
                        <a:rPr lang="en-US" sz="1000" u="none" strike="noStrike">
                          <a:effectLst/>
                        </a:rPr>
                        <a:t>('(^[0-9]+\.[0-9]+)',word)</a:t>
                      </a:r>
                      <a:endParaRPr lang="en-US" sz="10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110022564"/>
                  </a:ext>
                </a:extLst>
              </a:tr>
              <a:tr h="184150">
                <a:tc>
                  <a:txBody>
                    <a:bodyPr/>
                    <a:lstStyle/>
                    <a:p>
                      <a:pPr algn="ctr" fontAlgn="ctr"/>
                      <a:r>
                        <a:rPr lang="en-US" sz="1000" u="none" strike="noStrike">
                          <a:effectLst/>
                        </a:rPr>
                        <a:t>date</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vtoHybridModel.py</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Regular Expression</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re.search('(^[0-9]+\/[0-9]+)',word)</a:t>
                      </a:r>
                      <a:endParaRPr lang="en-US" sz="10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188923939"/>
                  </a:ext>
                </a:extLst>
              </a:tr>
              <a:tr h="184150">
                <a:tc>
                  <a:txBody>
                    <a:bodyPr/>
                    <a:lstStyle/>
                    <a:p>
                      <a:pPr algn="ctr" fontAlgn="ctr"/>
                      <a:r>
                        <a:rPr lang="en-US" sz="1000" u="none" strike="noStrike">
                          <a:effectLst/>
                        </a:rPr>
                        <a:t>integer</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vtoHybridModel.py</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Regular Expression</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err="1">
                          <a:effectLst/>
                        </a:rPr>
                        <a:t>re.search</a:t>
                      </a:r>
                      <a:r>
                        <a:rPr lang="en-US" sz="1000" u="none" strike="noStrike">
                          <a:effectLst/>
                        </a:rPr>
                        <a:t>('(^[0-9]+$)',word)</a:t>
                      </a:r>
                      <a:endParaRPr lang="en-US" sz="10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637443254"/>
                  </a:ext>
                </a:extLst>
              </a:tr>
              <a:tr h="184150">
                <a:tc>
                  <a:txBody>
                    <a:bodyPr/>
                    <a:lstStyle/>
                    <a:p>
                      <a:pPr algn="ctr" fontAlgn="ctr"/>
                      <a:r>
                        <a:rPr lang="en-US" sz="1000" u="none" strike="noStrike">
                          <a:effectLst/>
                        </a:rPr>
                        <a:t>regu</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vtoHybridModel.py</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Regular Expression</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re.search('(\*)',word)</a:t>
                      </a:r>
                      <a:endParaRPr lang="en-US" sz="10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90643504"/>
                  </a:ext>
                </a:extLst>
              </a:tr>
              <a:tr h="184150">
                <a:tc>
                  <a:txBody>
                    <a:bodyPr/>
                    <a:lstStyle/>
                    <a:p>
                      <a:pPr algn="ctr" fontAlgn="ctr"/>
                      <a:r>
                        <a:rPr lang="en-US" sz="1000" u="none" strike="noStrike">
                          <a:effectLst/>
                        </a:rPr>
                        <a:t>table</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vtoHybridModel.py</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Regular Expression</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re.search("^\|",sentence) and re.search("|$",sentence):</a:t>
                      </a:r>
                      <a:endParaRPr lang="en-US" sz="10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377973238"/>
                  </a:ext>
                </a:extLst>
              </a:tr>
              <a:tr h="184150">
                <a:tc>
                  <a:txBody>
                    <a:bodyPr/>
                    <a:lstStyle/>
                    <a:p>
                      <a:pPr algn="ctr" fontAlgn="ctr"/>
                      <a:r>
                        <a:rPr lang="en-US" sz="1000" u="none" strike="noStrike">
                          <a:effectLst/>
                        </a:rPr>
                        <a:t>target</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argument.csv</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full match</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FxPlace target</a:t>
                      </a:r>
                      <a:endParaRPr lang="en-US" sz="10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694254878"/>
                  </a:ext>
                </a:extLst>
              </a:tr>
              <a:tr h="184150">
                <a:tc>
                  <a:txBody>
                    <a:bodyPr/>
                    <a:lstStyle/>
                    <a:p>
                      <a:pPr algn="ctr" fontAlgn="ctr"/>
                      <a:r>
                        <a:rPr lang="en-US" sz="1000" u="none" strike="noStrike">
                          <a:effectLst/>
                        </a:rPr>
                        <a:t>disk</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assignment.csv</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mail unrelated</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disk,/proj/wek_pd_irem1/</a:t>
                      </a:r>
                      <a:endParaRPr lang="en-US" sz="10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857828351"/>
                  </a:ext>
                </a:extLst>
              </a:tr>
              <a:tr h="184150">
                <a:tc>
                  <a:txBody>
                    <a:bodyPr/>
                    <a:lstStyle/>
                    <a:p>
                      <a:pPr algn="ctr" fontAlgn="ctr"/>
                      <a:r>
                        <a:rPr lang="en-US" sz="1000" u="none" strike="noStrike">
                          <a:effectLst/>
                        </a:rPr>
                        <a:t>params</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argument.csv</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full match</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TECHNO_NAME params</a:t>
                      </a:r>
                      <a:endParaRPr lang="en-US" sz="10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494151091"/>
                  </a:ext>
                </a:extLst>
              </a:tr>
              <a:tr h="184150">
                <a:tc>
                  <a:txBody>
                    <a:bodyPr/>
                    <a:lstStyle/>
                    <a:p>
                      <a:pPr algn="ctr" fontAlgn="ctr"/>
                      <a:r>
                        <a:rPr lang="en-US" sz="1000" u="none" strike="noStrike">
                          <a:effectLst/>
                        </a:rPr>
                        <a:t>controls</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argument.csv</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full match</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FC_MODULE controls</a:t>
                      </a:r>
                      <a:endParaRPr lang="en-US" sz="10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588923972"/>
                  </a:ext>
                </a:extLst>
              </a:tr>
              <a:tr h="184150">
                <a:tc>
                  <a:txBody>
                    <a:bodyPr/>
                    <a:lstStyle/>
                    <a:p>
                      <a:pPr algn="ctr" fontAlgn="ctr"/>
                      <a:r>
                        <a:rPr lang="en-US" sz="1000" u="none" strike="noStrike">
                          <a:effectLst/>
                        </a:rPr>
                        <a:t>tune</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vtoHybridModel.py</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NA</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endParaRPr lang="en-US" sz="10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013486976"/>
                  </a:ext>
                </a:extLst>
              </a:tr>
              <a:tr h="184150">
                <a:tc>
                  <a:txBody>
                    <a:bodyPr/>
                    <a:lstStyle/>
                    <a:p>
                      <a:pPr algn="ctr" fontAlgn="ctr"/>
                      <a:r>
                        <a:rPr lang="en-US" sz="1000" u="none" strike="noStrike">
                          <a:effectLst/>
                        </a:rPr>
                        <a:t>tag</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vtoHybridModel.py</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mail date</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endParaRPr lang="en-US" sz="10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380134096"/>
                  </a:ext>
                </a:extLst>
              </a:tr>
              <a:tr h="184150">
                <a:tc>
                  <a:txBody>
                    <a:bodyPr/>
                    <a:lstStyle/>
                    <a:p>
                      <a:pPr algn="ctr" fontAlgn="ctr"/>
                      <a:r>
                        <a:rPr lang="en-US" sz="1000" u="none" strike="noStrike">
                          <a:effectLst/>
                        </a:rPr>
                        <a:t>ownTiles</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assignment.csv</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mail unrelated</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tile,df_tcdxa_t</a:t>
                      </a:r>
                      <a:endParaRPr lang="en-US" sz="10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63254028"/>
                  </a:ext>
                </a:extLst>
              </a:tr>
              <a:tr h="184150">
                <a:tc>
                  <a:txBody>
                    <a:bodyPr/>
                    <a:lstStyle/>
                    <a:p>
                      <a:pPr algn="ctr" fontAlgn="ctr"/>
                      <a:r>
                        <a:rPr lang="en-US" sz="1000" u="none" strike="noStrike">
                          <a:effectLst/>
                        </a:rPr>
                        <a:t>project</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assignment.csv</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mail unrelated</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project,mi350aid</a:t>
                      </a:r>
                      <a:endParaRPr lang="en-US" sz="10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922588188"/>
                  </a:ext>
                </a:extLst>
              </a:tr>
              <a:tr h="184150">
                <a:tc>
                  <a:txBody>
                    <a:bodyPr/>
                    <a:lstStyle/>
                    <a:p>
                      <a:pPr algn="ctr" fontAlgn="ctr"/>
                      <a:r>
                        <a:rPr lang="en-US" sz="1000" u="none" strike="noStrike">
                          <a:effectLst/>
                        </a:rPr>
                        <a:t>file</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vtoHybridModel.py</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US" sz="1000" u="none" strike="noStrike">
                          <a:effectLst/>
                        </a:rPr>
                        <a:t>Regular Expression</a:t>
                      </a:r>
                      <a:endParaRPr lang="en-US" sz="10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pl-PL" sz="1000" u="none" strike="noStrike">
                          <a:effectLst/>
                        </a:rPr>
                        <a:t>re.search('(^[a-zA-Z].*/[a-zA-Z].*)',word)</a:t>
                      </a:r>
                      <a:endParaRPr lang="pl-PL" sz="10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563082662"/>
                  </a:ext>
                </a:extLst>
              </a:tr>
            </a:tbl>
          </a:graphicData>
        </a:graphic>
      </p:graphicFrame>
    </p:spTree>
    <p:extLst>
      <p:ext uri="{BB962C8B-B14F-4D97-AF65-F5344CB8AC3E}">
        <p14:creationId xmlns:p14="http://schemas.microsoft.com/office/powerpoint/2010/main" val="3265265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7CCB69-27FB-82A6-FAB2-AAAB5BF7BE58}"/>
              </a:ext>
            </a:extLst>
          </p:cNvPr>
          <p:cNvSpPr txBox="1"/>
          <p:nvPr/>
        </p:nvSpPr>
        <p:spPr>
          <a:xfrm>
            <a:off x="92345" y="302339"/>
            <a:ext cx="4531026" cy="461665"/>
          </a:xfrm>
          <a:prstGeom prst="rect">
            <a:avLst/>
          </a:prstGeom>
          <a:noFill/>
        </p:spPr>
        <p:txBody>
          <a:bodyPr wrap="square" rtlCol="0">
            <a:spAutoFit/>
          </a:bodyPr>
          <a:lstStyle/>
          <a:p>
            <a:r>
              <a:rPr lang="en-US" sz="2400"/>
              <a:t>Instruction implementation</a:t>
            </a:r>
          </a:p>
        </p:txBody>
      </p:sp>
      <p:sp>
        <p:nvSpPr>
          <p:cNvPr id="7" name="TextBox 6">
            <a:extLst>
              <a:ext uri="{FF2B5EF4-FFF2-40B4-BE49-F238E27FC236}">
                <a16:creationId xmlns:a16="http://schemas.microsoft.com/office/drawing/2014/main" id="{89A61D5B-0276-CAAE-2E0D-C49C0932F1D4}"/>
              </a:ext>
            </a:extLst>
          </p:cNvPr>
          <p:cNvSpPr txBox="1"/>
          <p:nvPr/>
        </p:nvSpPr>
        <p:spPr>
          <a:xfrm>
            <a:off x="205483" y="894121"/>
            <a:ext cx="11506934" cy="646331"/>
          </a:xfrm>
          <a:prstGeom prst="rect">
            <a:avLst/>
          </a:prstGeom>
          <a:noFill/>
        </p:spPr>
        <p:txBody>
          <a:bodyPr wrap="square" rtlCol="0">
            <a:spAutoFit/>
          </a:bodyPr>
          <a:lstStyle/>
          <a:p>
            <a:pPr marL="285750" indent="-285750">
              <a:buFont typeface="Wingdings" panose="05000000000000000000" pitchFamily="2" charset="2"/>
              <a:buChar char="Ø"/>
            </a:pPr>
            <a:r>
              <a:rPr lang="en-US" altLang="zh-CN"/>
              <a:t>To implement the instruction, we need create </a:t>
            </a:r>
            <a:r>
              <a:rPr lang="en-US" altLang="zh-CN" err="1"/>
              <a:t>csh</a:t>
            </a:r>
            <a:r>
              <a:rPr lang="en-US" altLang="zh-CN"/>
              <a:t> to finish the task.</a:t>
            </a:r>
          </a:p>
          <a:p>
            <a:pPr marL="285750" indent="-285750">
              <a:buFont typeface="Wingdings" panose="05000000000000000000" pitchFamily="2" charset="2"/>
              <a:buChar char="Ø"/>
            </a:pPr>
            <a:r>
              <a:rPr lang="en-US" altLang="zh-CN"/>
              <a:t>To make variable reusable, we have following reserved variable</a:t>
            </a:r>
          </a:p>
        </p:txBody>
      </p:sp>
      <p:sp>
        <p:nvSpPr>
          <p:cNvPr id="19" name="TextBox 18">
            <a:extLst>
              <a:ext uri="{FF2B5EF4-FFF2-40B4-BE49-F238E27FC236}">
                <a16:creationId xmlns:a16="http://schemas.microsoft.com/office/drawing/2014/main" id="{DA91BBAB-D490-7A29-7FB8-729025804304}"/>
              </a:ext>
            </a:extLst>
          </p:cNvPr>
          <p:cNvSpPr txBox="1"/>
          <p:nvPr/>
        </p:nvSpPr>
        <p:spPr>
          <a:xfrm>
            <a:off x="205483" y="1540452"/>
            <a:ext cx="2075380" cy="369332"/>
          </a:xfrm>
          <a:prstGeom prst="rect">
            <a:avLst/>
          </a:prstGeom>
          <a:noFill/>
        </p:spPr>
        <p:txBody>
          <a:bodyPr wrap="square" rtlCol="0">
            <a:spAutoFit/>
          </a:bodyPr>
          <a:lstStyle/>
          <a:p>
            <a:r>
              <a:rPr lang="en-US" altLang="zh-CN" err="1"/>
              <a:t>Reseved</a:t>
            </a:r>
            <a:r>
              <a:rPr lang="en-US" altLang="zh-CN"/>
              <a:t> variable</a:t>
            </a:r>
            <a:endParaRPr lang="en-US"/>
          </a:p>
        </p:txBody>
      </p:sp>
      <p:graphicFrame>
        <p:nvGraphicFramePr>
          <p:cNvPr id="2" name="Table 1">
            <a:extLst>
              <a:ext uri="{FF2B5EF4-FFF2-40B4-BE49-F238E27FC236}">
                <a16:creationId xmlns:a16="http://schemas.microsoft.com/office/drawing/2014/main" id="{181E1FB7-8985-C49A-A523-CBE6588793D3}"/>
              </a:ext>
            </a:extLst>
          </p:cNvPr>
          <p:cNvGraphicFramePr>
            <a:graphicFrameLocks noGrp="1"/>
          </p:cNvGraphicFramePr>
          <p:nvPr>
            <p:extLst>
              <p:ext uri="{D42A27DB-BD31-4B8C-83A1-F6EECF244321}">
                <p14:modId xmlns:p14="http://schemas.microsoft.com/office/powerpoint/2010/main" val="2434102678"/>
              </p:ext>
            </p:extLst>
          </p:nvPr>
        </p:nvGraphicFramePr>
        <p:xfrm>
          <a:off x="289387" y="1968613"/>
          <a:ext cx="9933400" cy="3995266"/>
        </p:xfrm>
        <a:graphic>
          <a:graphicData uri="http://schemas.openxmlformats.org/drawingml/2006/table">
            <a:tbl>
              <a:tblPr firstRow="1" firstCol="1">
                <a:tableStyleId>{7DF18680-E054-41AD-8BC1-D1AEF772440D}</a:tableStyleId>
              </a:tblPr>
              <a:tblGrid>
                <a:gridCol w="1796267">
                  <a:extLst>
                    <a:ext uri="{9D8B030D-6E8A-4147-A177-3AD203B41FA5}">
                      <a16:colId xmlns:a16="http://schemas.microsoft.com/office/drawing/2014/main" val="2027889416"/>
                    </a:ext>
                  </a:extLst>
                </a:gridCol>
                <a:gridCol w="1406895">
                  <a:extLst>
                    <a:ext uri="{9D8B030D-6E8A-4147-A177-3AD203B41FA5}">
                      <a16:colId xmlns:a16="http://schemas.microsoft.com/office/drawing/2014/main" val="2957496529"/>
                    </a:ext>
                  </a:extLst>
                </a:gridCol>
                <a:gridCol w="2339388">
                  <a:extLst>
                    <a:ext uri="{9D8B030D-6E8A-4147-A177-3AD203B41FA5}">
                      <a16:colId xmlns:a16="http://schemas.microsoft.com/office/drawing/2014/main" val="1839422406"/>
                    </a:ext>
                  </a:extLst>
                </a:gridCol>
                <a:gridCol w="4390850">
                  <a:extLst>
                    <a:ext uri="{9D8B030D-6E8A-4147-A177-3AD203B41FA5}">
                      <a16:colId xmlns:a16="http://schemas.microsoft.com/office/drawing/2014/main" val="3671352435"/>
                    </a:ext>
                  </a:extLst>
                </a:gridCol>
              </a:tblGrid>
              <a:tr h="363206">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a:t>Reserved variable</a:t>
                      </a:r>
                      <a:endParaRPr lang="en-US"/>
                    </a:p>
                  </a:txBody>
                  <a:tcPr marL="6350" marR="6350" marT="6350" marB="0" anchor="ctr"/>
                </a:tc>
                <a:tc>
                  <a:txBody>
                    <a:bodyPr/>
                    <a:lstStyle/>
                    <a:p>
                      <a:pPr marL="0" algn="ctr" defTabSz="914400" rtl="0" eaLnBrk="1" fontAlgn="ctr" latinLnBrk="0" hangingPunct="1"/>
                      <a:r>
                        <a:rPr lang="en-US" sz="1800" b="1" u="none" strike="noStrike" kern="1200">
                          <a:solidFill>
                            <a:schemeClr val="lt1"/>
                          </a:solidFill>
                          <a:effectLst/>
                          <a:latin typeface="+mn-lt"/>
                          <a:ea typeface="+mn-ea"/>
                          <a:cs typeface="+mn-cs"/>
                        </a:rPr>
                        <a:t>example</a:t>
                      </a:r>
                    </a:p>
                  </a:txBody>
                  <a:tcPr marL="6350" marR="6350" marT="6350" marB="0" anchor="ctr"/>
                </a:tc>
                <a:tc>
                  <a:txBody>
                    <a:bodyPr/>
                    <a:lstStyle/>
                    <a:p>
                      <a:pPr marL="0" algn="ctr" defTabSz="914400" rtl="0" eaLnBrk="1" fontAlgn="ctr" latinLnBrk="0" hangingPunct="1"/>
                      <a:endParaRPr lang="en-US" sz="1800" b="1" u="none" strike="noStrike" kern="1200">
                        <a:solidFill>
                          <a:schemeClr val="lt1"/>
                        </a:solidFill>
                        <a:effectLst/>
                        <a:latin typeface="+mn-lt"/>
                        <a:ea typeface="+mn-ea"/>
                        <a:cs typeface="+mn-cs"/>
                      </a:endParaRPr>
                    </a:p>
                  </a:txBody>
                  <a:tcPr marL="6350" marR="6350" marT="6350" marB="0" anchor="ctr"/>
                </a:tc>
                <a:tc>
                  <a:txBody>
                    <a:bodyPr/>
                    <a:lstStyle/>
                    <a:p>
                      <a:pPr marL="0" algn="ctr" defTabSz="914400" rtl="0" eaLnBrk="1" fontAlgn="ctr" latinLnBrk="0" hangingPunct="1"/>
                      <a:r>
                        <a:rPr lang="en-US" sz="1800" b="1" u="none" strike="noStrike" kern="1200">
                          <a:solidFill>
                            <a:schemeClr val="lt1"/>
                          </a:solidFill>
                          <a:effectLst/>
                          <a:latin typeface="+mn-lt"/>
                          <a:ea typeface="+mn-ea"/>
                          <a:cs typeface="+mn-cs"/>
                        </a:rPr>
                        <a:t>comment</a:t>
                      </a:r>
                    </a:p>
                  </a:txBody>
                  <a:tcPr marL="6350" marR="6350" marT="6350" marB="0" anchor="ctr"/>
                </a:tc>
                <a:extLst>
                  <a:ext uri="{0D108BD9-81ED-4DB2-BD59-A6C34878D82A}">
                    <a16:rowId xmlns:a16="http://schemas.microsoft.com/office/drawing/2014/main" val="2164460248"/>
                  </a:ext>
                </a:extLst>
              </a:tr>
              <a:tr h="363206">
                <a:tc>
                  <a:txBody>
                    <a:bodyPr/>
                    <a:lstStyle/>
                    <a:p>
                      <a:pPr algn="ctr" fontAlgn="ctr"/>
                      <a:r>
                        <a:rPr lang="en-US" sz="1800" u="none" strike="noStrike">
                          <a:effectLst/>
                        </a:rPr>
                        <a:t>tile</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695642660"/>
                  </a:ext>
                </a:extLst>
              </a:tr>
              <a:tr h="363206">
                <a:tc>
                  <a:txBody>
                    <a:bodyPr/>
                    <a:lstStyle/>
                    <a:p>
                      <a:pPr algn="ctr" fontAlgn="ctr"/>
                      <a:r>
                        <a:rPr lang="en-US" sz="1800" u="none" strike="noStrike" err="1">
                          <a:effectLst/>
                        </a:rPr>
                        <a:t>runDir</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369814949"/>
                  </a:ext>
                </a:extLst>
              </a:tr>
              <a:tr h="363206">
                <a:tc>
                  <a:txBody>
                    <a:bodyPr/>
                    <a:lstStyle/>
                    <a:p>
                      <a:pPr marL="0" algn="ctr" defTabSz="914400" rtl="0" eaLnBrk="1" fontAlgn="ctr" latinLnBrk="0" hangingPunct="1"/>
                      <a:r>
                        <a:rPr lang="en-US" sz="1800" b="1" u="none" strike="noStrike" kern="1200" err="1">
                          <a:solidFill>
                            <a:schemeClr val="lt1"/>
                          </a:solidFill>
                          <a:effectLst/>
                          <a:latin typeface="+mn-lt"/>
                          <a:ea typeface="+mn-ea"/>
                          <a:cs typeface="+mn-cs"/>
                        </a:rPr>
                        <a:t>refDir</a:t>
                      </a:r>
                      <a:endParaRPr lang="en-US" sz="1800" b="1" u="none" strike="noStrike" kern="1200">
                        <a:solidFill>
                          <a:schemeClr val="lt1"/>
                        </a:solidFill>
                        <a:effectLst/>
                        <a:latin typeface="+mn-lt"/>
                        <a:ea typeface="+mn-ea"/>
                        <a:cs typeface="+mn-cs"/>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567736775"/>
                  </a:ext>
                </a:extLst>
              </a:tr>
              <a:tr h="363206">
                <a:tc>
                  <a:txBody>
                    <a:bodyPr/>
                    <a:lstStyle/>
                    <a:p>
                      <a:pPr marL="0" algn="ctr" defTabSz="914400" rtl="0" eaLnBrk="1" fontAlgn="ctr" latinLnBrk="0" hangingPunct="1"/>
                      <a:r>
                        <a:rPr lang="en-US" sz="1800" b="1" u="none" strike="noStrike" kern="1200">
                          <a:solidFill>
                            <a:schemeClr val="lt1"/>
                          </a:solidFill>
                          <a:effectLst/>
                          <a:latin typeface="+mn-lt"/>
                          <a:ea typeface="+mn-ea"/>
                          <a:cs typeface="+mn-cs"/>
                        </a:rPr>
                        <a:t>Target</a:t>
                      </a: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173649151"/>
                  </a:ext>
                </a:extLst>
              </a:tr>
              <a:tr h="363206">
                <a:tc>
                  <a:txBody>
                    <a:bodyPr/>
                    <a:lstStyle/>
                    <a:p>
                      <a:pPr marL="0" algn="ctr" defTabSz="914400" rtl="0" eaLnBrk="1" fontAlgn="ctr" latinLnBrk="0" hangingPunct="1"/>
                      <a:r>
                        <a:rPr lang="en-US" sz="1800" b="1" u="none" strike="noStrike" kern="1200">
                          <a:solidFill>
                            <a:schemeClr val="lt1"/>
                          </a:solidFill>
                          <a:effectLst/>
                          <a:latin typeface="+mn-lt"/>
                          <a:ea typeface="+mn-ea"/>
                          <a:cs typeface="+mn-cs"/>
                        </a:rPr>
                        <a:t>tag</a:t>
                      </a: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624244731"/>
                  </a:ext>
                </a:extLst>
              </a:tr>
              <a:tr h="363206">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06104054"/>
                  </a:ext>
                </a:extLst>
              </a:tr>
              <a:tr h="363206">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110022564"/>
                  </a:ext>
                </a:extLst>
              </a:tr>
              <a:tr h="363206">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188923939"/>
                  </a:ext>
                </a:extLst>
              </a:tr>
              <a:tr h="363206">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637443254"/>
                  </a:ext>
                </a:extLst>
              </a:tr>
              <a:tr h="363206">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90643504"/>
                  </a:ext>
                </a:extLst>
              </a:tr>
            </a:tbl>
          </a:graphicData>
        </a:graphic>
      </p:graphicFrame>
    </p:spTree>
    <p:extLst>
      <p:ext uri="{BB962C8B-B14F-4D97-AF65-F5344CB8AC3E}">
        <p14:creationId xmlns:p14="http://schemas.microsoft.com/office/powerpoint/2010/main" val="3194498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7CCB69-27FB-82A6-FAB2-AAAB5BF7BE58}"/>
              </a:ext>
            </a:extLst>
          </p:cNvPr>
          <p:cNvSpPr txBox="1"/>
          <p:nvPr/>
        </p:nvSpPr>
        <p:spPr>
          <a:xfrm>
            <a:off x="92345" y="302339"/>
            <a:ext cx="4531026" cy="461665"/>
          </a:xfrm>
          <a:prstGeom prst="rect">
            <a:avLst/>
          </a:prstGeom>
          <a:noFill/>
        </p:spPr>
        <p:txBody>
          <a:bodyPr wrap="square" rtlCol="0">
            <a:spAutoFit/>
          </a:bodyPr>
          <a:lstStyle/>
          <a:p>
            <a:r>
              <a:rPr lang="en-US" altLang="zh-CN" sz="2400"/>
              <a:t>Status update</a:t>
            </a:r>
            <a:endParaRPr lang="en-US" sz="2400"/>
          </a:p>
        </p:txBody>
      </p:sp>
      <p:sp>
        <p:nvSpPr>
          <p:cNvPr id="7" name="TextBox 6">
            <a:extLst>
              <a:ext uri="{FF2B5EF4-FFF2-40B4-BE49-F238E27FC236}">
                <a16:creationId xmlns:a16="http://schemas.microsoft.com/office/drawing/2014/main" id="{89A61D5B-0276-CAAE-2E0D-C49C0932F1D4}"/>
              </a:ext>
            </a:extLst>
          </p:cNvPr>
          <p:cNvSpPr txBox="1"/>
          <p:nvPr/>
        </p:nvSpPr>
        <p:spPr>
          <a:xfrm>
            <a:off x="205483" y="894121"/>
            <a:ext cx="11506934" cy="646331"/>
          </a:xfrm>
          <a:prstGeom prst="rect">
            <a:avLst/>
          </a:prstGeom>
          <a:noFill/>
        </p:spPr>
        <p:txBody>
          <a:bodyPr wrap="square" rtlCol="0">
            <a:spAutoFit/>
          </a:bodyPr>
          <a:lstStyle/>
          <a:p>
            <a:pPr marL="285750" indent="-285750">
              <a:buFont typeface="Wingdings" panose="05000000000000000000" pitchFamily="2" charset="2"/>
              <a:buChar char="Ø"/>
            </a:pPr>
            <a:r>
              <a:rPr lang="en-US" altLang="zh-CN"/>
              <a:t>During agent running,</a:t>
            </a:r>
            <a:r>
              <a:rPr lang="zh-CN" altLang="en-US"/>
              <a:t> </a:t>
            </a:r>
            <a:r>
              <a:rPr lang="en-US" altLang="zh-CN"/>
              <a:t>the</a:t>
            </a:r>
            <a:r>
              <a:rPr lang="zh-CN" altLang="en-US"/>
              <a:t> </a:t>
            </a:r>
            <a:r>
              <a:rPr lang="en-US" altLang="zh-CN"/>
              <a:t>status</a:t>
            </a:r>
            <a:r>
              <a:rPr lang="zh-CN" altLang="en-US"/>
              <a:t> </a:t>
            </a:r>
            <a:r>
              <a:rPr lang="en-US" altLang="zh-CN"/>
              <a:t>like</a:t>
            </a:r>
            <a:r>
              <a:rPr lang="zh-CN" altLang="en-US"/>
              <a:t> </a:t>
            </a:r>
            <a:r>
              <a:rPr lang="en-US" altLang="zh-CN"/>
              <a:t>instruction interpretation, running status, run </a:t>
            </a:r>
            <a:r>
              <a:rPr lang="en-US" altLang="zh-CN" err="1"/>
              <a:t>dir</a:t>
            </a:r>
            <a:r>
              <a:rPr lang="en-US" altLang="zh-CN"/>
              <a:t> feedback need to update</a:t>
            </a:r>
          </a:p>
          <a:p>
            <a:pPr marL="285750" indent="-285750">
              <a:buFont typeface="Wingdings" panose="05000000000000000000" pitchFamily="2" charset="2"/>
              <a:buChar char="Ø"/>
            </a:pPr>
            <a:endParaRPr lang="en-US" altLang="zh-CN"/>
          </a:p>
        </p:txBody>
      </p:sp>
      <p:graphicFrame>
        <p:nvGraphicFramePr>
          <p:cNvPr id="2" name="Table 1">
            <a:extLst>
              <a:ext uri="{FF2B5EF4-FFF2-40B4-BE49-F238E27FC236}">
                <a16:creationId xmlns:a16="http://schemas.microsoft.com/office/drawing/2014/main" id="{181E1FB7-8985-C49A-A523-CBE6588793D3}"/>
              </a:ext>
            </a:extLst>
          </p:cNvPr>
          <p:cNvGraphicFramePr>
            <a:graphicFrameLocks noGrp="1"/>
          </p:cNvGraphicFramePr>
          <p:nvPr>
            <p:extLst>
              <p:ext uri="{D42A27DB-BD31-4B8C-83A1-F6EECF244321}">
                <p14:modId xmlns:p14="http://schemas.microsoft.com/office/powerpoint/2010/main" val="1175185647"/>
              </p:ext>
            </p:extLst>
          </p:nvPr>
        </p:nvGraphicFramePr>
        <p:xfrm>
          <a:off x="289387" y="1670569"/>
          <a:ext cx="11022460" cy="3188872"/>
        </p:xfrm>
        <a:graphic>
          <a:graphicData uri="http://schemas.openxmlformats.org/drawingml/2006/table">
            <a:tbl>
              <a:tblPr firstRow="1" firstCol="1">
                <a:tableStyleId>{7DF18680-E054-41AD-8BC1-D1AEF772440D}</a:tableStyleId>
              </a:tblPr>
              <a:tblGrid>
                <a:gridCol w="1559981">
                  <a:extLst>
                    <a:ext uri="{9D8B030D-6E8A-4147-A177-3AD203B41FA5}">
                      <a16:colId xmlns:a16="http://schemas.microsoft.com/office/drawing/2014/main" val="2027889416"/>
                    </a:ext>
                  </a:extLst>
                </a:gridCol>
                <a:gridCol w="1222605">
                  <a:extLst>
                    <a:ext uri="{9D8B030D-6E8A-4147-A177-3AD203B41FA5}">
                      <a16:colId xmlns:a16="http://schemas.microsoft.com/office/drawing/2014/main" val="2957496529"/>
                    </a:ext>
                  </a:extLst>
                </a:gridCol>
                <a:gridCol w="1407560">
                  <a:extLst>
                    <a:ext uri="{9D8B030D-6E8A-4147-A177-3AD203B41FA5}">
                      <a16:colId xmlns:a16="http://schemas.microsoft.com/office/drawing/2014/main" val="1839422406"/>
                    </a:ext>
                  </a:extLst>
                </a:gridCol>
                <a:gridCol w="3595955">
                  <a:extLst>
                    <a:ext uri="{9D8B030D-6E8A-4147-A177-3AD203B41FA5}">
                      <a16:colId xmlns:a16="http://schemas.microsoft.com/office/drawing/2014/main" val="1541122272"/>
                    </a:ext>
                  </a:extLst>
                </a:gridCol>
                <a:gridCol w="3236359">
                  <a:extLst>
                    <a:ext uri="{9D8B030D-6E8A-4147-A177-3AD203B41FA5}">
                      <a16:colId xmlns:a16="http://schemas.microsoft.com/office/drawing/2014/main" val="3671352435"/>
                    </a:ext>
                  </a:extLst>
                </a:gridCol>
              </a:tblGrid>
              <a:tr h="363206">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400"/>
                        <a:t>status</a:t>
                      </a:r>
                      <a:endParaRPr lang="en-US" sz="1400"/>
                    </a:p>
                  </a:txBody>
                  <a:tcPr marL="6350" marR="6350" marT="6350" marB="0" anchor="ctr"/>
                </a:tc>
                <a:tc>
                  <a:txBody>
                    <a:bodyPr/>
                    <a:lstStyle/>
                    <a:p>
                      <a:pPr marL="0" algn="ctr" defTabSz="914400" rtl="0" eaLnBrk="1" fontAlgn="ctr" latinLnBrk="0" hangingPunct="1"/>
                      <a:r>
                        <a:rPr lang="en-US" sz="1400" b="1" u="none" strike="noStrike" kern="1200">
                          <a:solidFill>
                            <a:schemeClr val="lt1"/>
                          </a:solidFill>
                          <a:effectLst/>
                          <a:latin typeface="+mn-lt"/>
                          <a:ea typeface="+mn-ea"/>
                          <a:cs typeface="+mn-cs"/>
                        </a:rPr>
                        <a:t>Generation</a:t>
                      </a:r>
                    </a:p>
                  </a:txBody>
                  <a:tcPr marL="6350" marR="6350" marT="6350" marB="0" anchor="ctr"/>
                </a:tc>
                <a:tc>
                  <a:txBody>
                    <a:bodyPr/>
                    <a:lstStyle/>
                    <a:p>
                      <a:pPr marL="0" algn="ctr" defTabSz="914400" rtl="0" eaLnBrk="1" fontAlgn="ctr" latinLnBrk="0" hangingPunct="1"/>
                      <a:r>
                        <a:rPr lang="en-US" sz="1400" b="1" u="none" strike="noStrike" kern="1200">
                          <a:solidFill>
                            <a:schemeClr val="lt1"/>
                          </a:solidFill>
                          <a:effectLst/>
                          <a:latin typeface="+mn-lt"/>
                          <a:ea typeface="+mn-ea"/>
                          <a:cs typeface="+mn-cs"/>
                        </a:rPr>
                        <a:t>csv update</a:t>
                      </a:r>
                    </a:p>
                  </a:txBody>
                  <a:tcPr marL="6350" marR="6350" marT="6350" marB="0" anchor="ctr"/>
                </a:tc>
                <a:tc>
                  <a:txBody>
                    <a:bodyPr/>
                    <a:lstStyle/>
                    <a:p>
                      <a:pPr marL="0" algn="ctr" defTabSz="914400" rtl="0" eaLnBrk="1" fontAlgn="ctr" latinLnBrk="0" hangingPunct="1"/>
                      <a:r>
                        <a:rPr lang="en-US" altLang="zh-CN" sz="1400" b="1" u="none" strike="noStrike" kern="1200">
                          <a:solidFill>
                            <a:schemeClr val="lt1"/>
                          </a:solidFill>
                          <a:effectLst/>
                          <a:latin typeface="+mn-lt"/>
                          <a:ea typeface="+mn-ea"/>
                          <a:cs typeface="+mn-cs"/>
                        </a:rPr>
                        <a:t>Location</a:t>
                      </a:r>
                      <a:endParaRPr lang="en-US" sz="1400" b="1" u="none" strike="noStrike" kern="1200">
                        <a:solidFill>
                          <a:schemeClr val="lt1"/>
                        </a:solidFill>
                        <a:effectLst/>
                        <a:latin typeface="+mn-lt"/>
                        <a:ea typeface="+mn-ea"/>
                        <a:cs typeface="+mn-cs"/>
                      </a:endParaRPr>
                    </a:p>
                  </a:txBody>
                  <a:tcPr marL="6350" marR="6350" marT="6350" marB="0" anchor="ctr"/>
                </a:tc>
                <a:tc>
                  <a:txBody>
                    <a:bodyPr/>
                    <a:lstStyle/>
                    <a:p>
                      <a:pPr marL="0" algn="ctr" defTabSz="914400" rtl="0" eaLnBrk="1" fontAlgn="ctr" latinLnBrk="0" hangingPunct="1"/>
                      <a:r>
                        <a:rPr lang="en-US" sz="1400" b="1" u="none" strike="noStrike" kern="1200">
                          <a:solidFill>
                            <a:schemeClr val="lt1"/>
                          </a:solidFill>
                          <a:effectLst/>
                          <a:latin typeface="+mn-lt"/>
                          <a:ea typeface="+mn-ea"/>
                          <a:cs typeface="+mn-cs"/>
                        </a:rPr>
                        <a:t>comment</a:t>
                      </a:r>
                    </a:p>
                  </a:txBody>
                  <a:tcPr marL="6350" marR="6350" marT="6350" marB="0" anchor="ctr"/>
                </a:tc>
                <a:extLst>
                  <a:ext uri="{0D108BD9-81ED-4DB2-BD59-A6C34878D82A}">
                    <a16:rowId xmlns:a16="http://schemas.microsoft.com/office/drawing/2014/main" val="2164460248"/>
                  </a:ext>
                </a:extLst>
              </a:tr>
              <a:tr h="363206">
                <a:tc>
                  <a:txBody>
                    <a:bodyPr/>
                    <a:lstStyle/>
                    <a:p>
                      <a:pPr algn="ctr" fontAlgn="ctr"/>
                      <a:r>
                        <a:rPr lang="en-US" sz="1400" b="1" u="none" strike="noStrike" kern="1200">
                          <a:solidFill>
                            <a:schemeClr val="lt1"/>
                          </a:solidFill>
                          <a:effectLst/>
                          <a:latin typeface="+mn-lt"/>
                          <a:ea typeface="+mn-ea"/>
                          <a:cs typeface="+mn-cs"/>
                        </a:rPr>
                        <a:t>Interpretation</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err="1">
                          <a:solidFill>
                            <a:srgbClr val="000000"/>
                          </a:solidFill>
                          <a:effectLst/>
                          <a:latin typeface="Calibri" panose="020F0502020204030204" pitchFamily="34" charset="0"/>
                        </a:rPr>
                        <a:t>hybridModel</a:t>
                      </a: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400" b="0" i="0" u="none" strike="noStrike" err="1">
                          <a:solidFill>
                            <a:srgbClr val="000000"/>
                          </a:solidFill>
                          <a:effectLst/>
                          <a:latin typeface="Calibri" panose="020F0502020204030204" pitchFamily="34" charset="0"/>
                        </a:rPr>
                        <a:t>hybridModel</a:t>
                      </a: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r>
                        <a:rPr lang="en-US" altLang="zh-CN" sz="1400" b="0" i="0" u="none" strike="noStrike">
                          <a:solidFill>
                            <a:srgbClr val="000000"/>
                          </a:solidFill>
                          <a:effectLst/>
                          <a:latin typeface="Calibri" panose="020F0502020204030204" pitchFamily="34" charset="0"/>
                        </a:rPr>
                        <a:t>tasksModel.csv</a:t>
                      </a: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695642660"/>
                  </a:ext>
                </a:extLst>
              </a:tr>
              <a:tr h="363206">
                <a:tc>
                  <a:txBody>
                    <a:bodyPr/>
                    <a:lstStyle/>
                    <a:p>
                      <a:pPr algn="ctr" fontAlgn="ctr"/>
                      <a:r>
                        <a:rPr lang="en-US" sz="1400" b="1" u="none" strike="noStrike" kern="1200">
                          <a:solidFill>
                            <a:schemeClr val="lt1"/>
                          </a:solidFill>
                          <a:effectLst/>
                          <a:latin typeface="+mn-lt"/>
                          <a:ea typeface="+mn-ea"/>
                          <a:cs typeface="+mn-cs"/>
                        </a:rPr>
                        <a:t>Is Running </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Execution </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err="1">
                          <a:solidFill>
                            <a:srgbClr val="000000"/>
                          </a:solidFill>
                          <a:effectLst/>
                          <a:latin typeface="Calibri" panose="020F0502020204030204" pitchFamily="34" charset="0"/>
                        </a:rPr>
                        <a:t>hybridModel</a:t>
                      </a: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r>
                        <a:rPr lang="en-US" altLang="zh-CN" sz="1400" b="0" i="0" u="none" strike="noStrike">
                          <a:solidFill>
                            <a:srgbClr val="000000"/>
                          </a:solidFill>
                          <a:effectLst/>
                          <a:latin typeface="Calibri" panose="020F0502020204030204" pitchFamily="34" charset="0"/>
                        </a:rPr>
                        <a:t>tasksModel.csv</a:t>
                      </a: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369814949"/>
                  </a:ext>
                </a:extLst>
              </a:tr>
              <a:tr h="363206">
                <a:tc>
                  <a:txBody>
                    <a:bodyPr/>
                    <a:lstStyle/>
                    <a:p>
                      <a:pPr marL="0" algn="ctr" defTabSz="914400" rtl="0" eaLnBrk="1" fontAlgn="ctr" latinLnBrk="0" hangingPunct="1"/>
                      <a:r>
                        <a:rPr lang="en-US" sz="1400" b="1" u="none" strike="noStrike" kern="1200">
                          <a:solidFill>
                            <a:schemeClr val="lt1"/>
                          </a:solidFill>
                          <a:effectLst/>
                          <a:latin typeface="+mn-lt"/>
                          <a:ea typeface="+mn-ea"/>
                          <a:cs typeface="+mn-cs"/>
                        </a:rPr>
                        <a:t>Run </a:t>
                      </a:r>
                      <a:r>
                        <a:rPr lang="en-US" sz="1400" b="1" u="none" strike="noStrike" kern="1200" err="1">
                          <a:solidFill>
                            <a:schemeClr val="lt1"/>
                          </a:solidFill>
                          <a:effectLst/>
                          <a:latin typeface="+mn-lt"/>
                          <a:ea typeface="+mn-ea"/>
                          <a:cs typeface="+mn-cs"/>
                        </a:rPr>
                        <a:t>dir</a:t>
                      </a:r>
                      <a:endParaRPr lang="en-US" sz="1400" b="1" u="none" strike="noStrike" kern="1200">
                        <a:solidFill>
                          <a:schemeClr val="lt1"/>
                        </a:solidFill>
                        <a:effectLst/>
                        <a:latin typeface="+mn-lt"/>
                        <a:ea typeface="+mn-ea"/>
                        <a:cs typeface="+mn-cs"/>
                      </a:endParaRP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Execution </a:t>
                      </a:r>
                    </a:p>
                  </a:txBody>
                  <a:tcPr marL="6350" marR="6350" marT="6350" marB="0" anchor="ctr"/>
                </a:tc>
                <a:tc>
                  <a:txBody>
                    <a:bodyPr/>
                    <a:lstStyle/>
                    <a:p>
                      <a:pPr algn="ctr" fontAlgn="ctr"/>
                      <a:r>
                        <a:rPr lang="en-US" sz="1400" b="0" i="0" u="none" strike="noStrike" err="1">
                          <a:solidFill>
                            <a:srgbClr val="000000"/>
                          </a:solidFill>
                          <a:effectLst/>
                          <a:latin typeface="Calibri" panose="020F0502020204030204" pitchFamily="34" charset="0"/>
                        </a:rPr>
                        <a:t>hybridModel</a:t>
                      </a: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r>
                        <a:rPr lang="en-US" altLang="zh-CN" sz="1400" b="0" i="0" u="none" strike="noStrike">
                          <a:solidFill>
                            <a:srgbClr val="000000"/>
                          </a:solidFill>
                          <a:effectLst/>
                          <a:latin typeface="Calibri" panose="020F0502020204030204" pitchFamily="34" charset="0"/>
                        </a:rPr>
                        <a:t>tasksModel.csv</a:t>
                      </a:r>
                    </a:p>
                    <a:p>
                      <a:pPr algn="ctr" fontAlgn="ctr"/>
                      <a:r>
                        <a:rPr lang="en-US" sz="1400" b="0" i="0" u="none" strike="noStrike">
                          <a:solidFill>
                            <a:srgbClr val="000000"/>
                          </a:solidFill>
                          <a:effectLst/>
                          <a:latin typeface="Calibri" panose="020F0502020204030204" pitchFamily="34" charset="0"/>
                        </a:rPr>
                        <a:t>Data/$tag/</a:t>
                      </a:r>
                      <a:r>
                        <a:rPr lang="en-US" sz="1400" b="0" i="0" u="none" strike="noStrike" err="1">
                          <a:solidFill>
                            <a:srgbClr val="000000"/>
                          </a:solidFill>
                          <a:effectLst/>
                          <a:latin typeface="Calibri" panose="020F0502020204030204" pitchFamily="34" charset="0"/>
                        </a:rPr>
                        <a:t>runDir.list</a:t>
                      </a:r>
                      <a:r>
                        <a:rPr lang="en-US" sz="1400" b="0" i="0" u="none" strike="noStrike">
                          <a:solidFill>
                            <a:srgbClr val="000000"/>
                          </a:solidFill>
                          <a:effectLst/>
                          <a:latin typeface="Calibri" panose="020F0502020204030204" pitchFamily="34" charset="0"/>
                        </a:rPr>
                        <a:t> </a:t>
                      </a:r>
                    </a:p>
                    <a:p>
                      <a:pPr algn="ctr" fontAlgn="ctr"/>
                      <a:r>
                        <a:rPr lang="en-US" sz="1400" b="0" i="0" u="none" strike="noStrike" err="1">
                          <a:solidFill>
                            <a:srgbClr val="000000"/>
                          </a:solidFill>
                          <a:effectLst/>
                          <a:latin typeface="Calibri" panose="020F0502020204030204" pitchFamily="34" charset="0"/>
                        </a:rPr>
                        <a:t>runDir.list</a:t>
                      </a:r>
                      <a:r>
                        <a:rPr lang="en-US" sz="1400" b="0" i="0" u="none" strike="noStrike">
                          <a:solidFill>
                            <a:srgbClr val="000000"/>
                          </a:solidFill>
                          <a:effectLst/>
                          <a:latin typeface="Calibri" panose="020F0502020204030204" pitchFamily="34" charset="0"/>
                        </a:rPr>
                        <a:t> </a:t>
                      </a:r>
                    </a:p>
                  </a:txBody>
                  <a:tcPr marL="6350" marR="6350" marT="6350" marB="0" anchor="ctr"/>
                </a:tc>
                <a:tc>
                  <a:txBody>
                    <a:bodyPr/>
                    <a:lstStyle/>
                    <a:p>
                      <a:pPr algn="ctr" fontAlgn="ctr"/>
                      <a:r>
                        <a:rPr lang="en-US" sz="1400" b="0" i="0" u="none" strike="noStrike">
                          <a:solidFill>
                            <a:srgbClr val="000000"/>
                          </a:solidFill>
                          <a:effectLst/>
                          <a:latin typeface="Calibri" panose="020F0502020204030204" pitchFamily="34" charset="0"/>
                        </a:rPr>
                        <a:t>vtoHybridModel.py/updateTask.py</a:t>
                      </a:r>
                    </a:p>
                    <a:p>
                      <a:pPr algn="ctr" fontAlgn="ctr"/>
                      <a:r>
                        <a:rPr lang="en-US" sz="1400" b="0" i="0" u="none" strike="noStrike">
                          <a:solidFill>
                            <a:srgbClr val="000000"/>
                          </a:solidFill>
                          <a:effectLst/>
                          <a:latin typeface="Calibri" panose="020F0502020204030204" pitchFamily="34" charset="0"/>
                        </a:rPr>
                        <a:t>vtoHybridModel.py</a:t>
                      </a:r>
                    </a:p>
                    <a:p>
                      <a:pPr algn="ctr" fontAlgn="ctr"/>
                      <a:r>
                        <a:rPr lang="en-US" sz="1400" b="0" i="0" u="none" strike="noStrike" err="1">
                          <a:solidFill>
                            <a:srgbClr val="000000"/>
                          </a:solidFill>
                          <a:effectLst/>
                          <a:latin typeface="Calibri" panose="020F0502020204030204" pitchFamily="34" charset="0"/>
                        </a:rPr>
                        <a:t>vtoHybridModel_sep.csh</a:t>
                      </a:r>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567736775"/>
                  </a:ext>
                </a:extLst>
              </a:tr>
              <a:tr h="363206">
                <a:tc>
                  <a:txBody>
                    <a:bodyPr/>
                    <a:lstStyle/>
                    <a:p>
                      <a:pPr marL="0" algn="ctr" defTabSz="914400" rtl="0" eaLnBrk="1" fontAlgn="ctr" latinLnBrk="0" hangingPunct="1"/>
                      <a:endParaRPr lang="en-US" sz="1400" b="1" u="none" strike="noStrike" kern="1200">
                        <a:solidFill>
                          <a:schemeClr val="lt1"/>
                        </a:solidFill>
                        <a:effectLst/>
                        <a:latin typeface="+mn-lt"/>
                        <a:ea typeface="+mn-ea"/>
                        <a:cs typeface="+mn-cs"/>
                      </a:endParaRPr>
                    </a:p>
                  </a:txBody>
                  <a:tcPr marL="6350" marR="6350" marT="6350" marB="0" anchor="ctr"/>
                </a:tc>
                <a:tc>
                  <a:txBody>
                    <a:bodyPr/>
                    <a:lstStyle/>
                    <a:p>
                      <a:pPr algn="ctr" fontAlgn="ct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173649151"/>
                  </a:ext>
                </a:extLst>
              </a:tr>
              <a:tr h="363206">
                <a:tc>
                  <a:txBody>
                    <a:bodyPr/>
                    <a:lstStyle/>
                    <a:p>
                      <a:pPr marL="0" algn="ctr" defTabSz="914400" rtl="0" eaLnBrk="1" fontAlgn="ctr" latinLnBrk="0" hangingPunct="1"/>
                      <a:endParaRPr lang="en-US" sz="1400" b="1" u="none" strike="noStrike" kern="1200">
                        <a:solidFill>
                          <a:schemeClr val="lt1"/>
                        </a:solidFill>
                        <a:effectLst/>
                        <a:latin typeface="+mn-lt"/>
                        <a:ea typeface="+mn-ea"/>
                        <a:cs typeface="+mn-cs"/>
                      </a:endParaRPr>
                    </a:p>
                  </a:txBody>
                  <a:tcPr marL="6350" marR="6350" marT="6350" marB="0" anchor="ctr"/>
                </a:tc>
                <a:tc>
                  <a:txBody>
                    <a:bodyPr/>
                    <a:lstStyle/>
                    <a:p>
                      <a:pPr algn="ctr" fontAlgn="ct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624244731"/>
                  </a:ext>
                </a:extLst>
              </a:tr>
              <a:tr h="363206">
                <a:tc>
                  <a:txBody>
                    <a:bodyPr/>
                    <a:lstStyle/>
                    <a:p>
                      <a:pPr algn="ctr" fontAlgn="ct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06104054"/>
                  </a:ext>
                </a:extLst>
              </a:tr>
              <a:tr h="363206">
                <a:tc>
                  <a:txBody>
                    <a:bodyPr/>
                    <a:lstStyle/>
                    <a:p>
                      <a:pPr algn="ctr" fontAlgn="ct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4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110022564"/>
                  </a:ext>
                </a:extLst>
              </a:tr>
            </a:tbl>
          </a:graphicData>
        </a:graphic>
      </p:graphicFrame>
    </p:spTree>
    <p:extLst>
      <p:ext uri="{BB962C8B-B14F-4D97-AF65-F5344CB8AC3E}">
        <p14:creationId xmlns:p14="http://schemas.microsoft.com/office/powerpoint/2010/main" val="4283699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7CCB69-27FB-82A6-FAB2-AAAB5BF7BE58}"/>
              </a:ext>
            </a:extLst>
          </p:cNvPr>
          <p:cNvSpPr txBox="1"/>
          <p:nvPr/>
        </p:nvSpPr>
        <p:spPr>
          <a:xfrm>
            <a:off x="92345" y="302339"/>
            <a:ext cx="4531026" cy="461665"/>
          </a:xfrm>
          <a:prstGeom prst="rect">
            <a:avLst/>
          </a:prstGeom>
          <a:noFill/>
        </p:spPr>
        <p:txBody>
          <a:bodyPr wrap="square" rtlCol="0">
            <a:spAutoFit/>
          </a:bodyPr>
          <a:lstStyle/>
          <a:p>
            <a:r>
              <a:rPr lang="en-US" sz="2400"/>
              <a:t>Html Spec</a:t>
            </a:r>
          </a:p>
        </p:txBody>
      </p:sp>
      <p:sp>
        <p:nvSpPr>
          <p:cNvPr id="7" name="TextBox 6">
            <a:extLst>
              <a:ext uri="{FF2B5EF4-FFF2-40B4-BE49-F238E27FC236}">
                <a16:creationId xmlns:a16="http://schemas.microsoft.com/office/drawing/2014/main" id="{89A61D5B-0276-CAAE-2E0D-C49C0932F1D4}"/>
              </a:ext>
            </a:extLst>
          </p:cNvPr>
          <p:cNvSpPr txBox="1"/>
          <p:nvPr/>
        </p:nvSpPr>
        <p:spPr>
          <a:xfrm>
            <a:off x="205483" y="894121"/>
            <a:ext cx="11476234" cy="923330"/>
          </a:xfrm>
          <a:prstGeom prst="rect">
            <a:avLst/>
          </a:prstGeom>
          <a:noFill/>
        </p:spPr>
        <p:txBody>
          <a:bodyPr wrap="square" rtlCol="0">
            <a:spAutoFit/>
          </a:bodyPr>
          <a:lstStyle/>
          <a:p>
            <a:pPr marL="285750" indent="-285750">
              <a:buFont typeface="Wingdings" panose="05000000000000000000" pitchFamily="2" charset="2"/>
              <a:buChar char="Ø"/>
            </a:pPr>
            <a:r>
              <a:rPr lang="en-US" altLang="zh-CN"/>
              <a:t>Currently, VTO support spec to html generation without considering html syntax, the spec file will be ${tag}_spec, $tag is the task ID.</a:t>
            </a:r>
          </a:p>
          <a:p>
            <a:pPr marL="742950" lvl="1" indent="-285750">
              <a:buFont typeface="Wingdings" panose="05000000000000000000" pitchFamily="2" charset="2"/>
              <a:buChar char="Ø"/>
            </a:pPr>
            <a:endParaRPr lang="en-US" altLang="zh-CN"/>
          </a:p>
        </p:txBody>
      </p:sp>
      <p:graphicFrame>
        <p:nvGraphicFramePr>
          <p:cNvPr id="2" name="Table 2">
            <a:extLst>
              <a:ext uri="{FF2B5EF4-FFF2-40B4-BE49-F238E27FC236}">
                <a16:creationId xmlns:a16="http://schemas.microsoft.com/office/drawing/2014/main" id="{81615A5F-F133-BDC6-0F96-3B37B69CF211}"/>
              </a:ext>
            </a:extLst>
          </p:cNvPr>
          <p:cNvGraphicFramePr>
            <a:graphicFrameLocks noGrp="1"/>
          </p:cNvGraphicFramePr>
          <p:nvPr>
            <p:extLst>
              <p:ext uri="{D42A27DB-BD31-4B8C-83A1-F6EECF244321}">
                <p14:modId xmlns:p14="http://schemas.microsoft.com/office/powerpoint/2010/main" val="678250997"/>
              </p:ext>
            </p:extLst>
          </p:nvPr>
        </p:nvGraphicFramePr>
        <p:xfrm>
          <a:off x="398409" y="1559674"/>
          <a:ext cx="11262760" cy="4302760"/>
        </p:xfrm>
        <a:graphic>
          <a:graphicData uri="http://schemas.openxmlformats.org/drawingml/2006/table">
            <a:tbl>
              <a:tblPr firstRow="1" bandRow="1">
                <a:tableStyleId>{5C22544A-7EE6-4342-B048-85BDC9FD1C3A}</a:tableStyleId>
              </a:tblPr>
              <a:tblGrid>
                <a:gridCol w="2909870">
                  <a:extLst>
                    <a:ext uri="{9D8B030D-6E8A-4147-A177-3AD203B41FA5}">
                      <a16:colId xmlns:a16="http://schemas.microsoft.com/office/drawing/2014/main" val="3584010207"/>
                    </a:ext>
                  </a:extLst>
                </a:gridCol>
                <a:gridCol w="8352890">
                  <a:extLst>
                    <a:ext uri="{9D8B030D-6E8A-4147-A177-3AD203B41FA5}">
                      <a16:colId xmlns:a16="http://schemas.microsoft.com/office/drawing/2014/main" val="14021900"/>
                    </a:ext>
                  </a:extLst>
                </a:gridCol>
              </a:tblGrid>
              <a:tr h="370840">
                <a:tc>
                  <a:txBody>
                    <a:bodyPr/>
                    <a:lstStyle/>
                    <a:p>
                      <a:r>
                        <a:rPr lang="en-US"/>
                        <a:t>Element</a:t>
                      </a:r>
                    </a:p>
                  </a:txBody>
                  <a:tcPr/>
                </a:tc>
                <a:tc>
                  <a:txBody>
                    <a:bodyPr/>
                    <a:lstStyle/>
                    <a:p>
                      <a:r>
                        <a:rPr lang="en-US"/>
                        <a:t>usage</a:t>
                      </a:r>
                    </a:p>
                  </a:txBody>
                  <a:tcPr/>
                </a:tc>
                <a:extLst>
                  <a:ext uri="{0D108BD9-81ED-4DB2-BD59-A6C34878D82A}">
                    <a16:rowId xmlns:a16="http://schemas.microsoft.com/office/drawing/2014/main" val="1257098554"/>
                  </a:ext>
                </a:extLst>
              </a:tr>
              <a:tr h="370840">
                <a:tc>
                  <a:txBody>
                    <a:bodyPr/>
                    <a:lstStyle/>
                    <a:p>
                      <a:r>
                        <a:rPr lang="en-US"/>
                        <a:t>#text#</a:t>
                      </a:r>
                    </a:p>
                    <a:p>
                      <a:r>
                        <a:rPr lang="en-US"/>
                        <a:t>This is test.</a:t>
                      </a:r>
                    </a:p>
                  </a:txBody>
                  <a:tcPr/>
                </a:tc>
                <a:tc>
                  <a:txBody>
                    <a:bodyPr/>
                    <a:lstStyle/>
                    <a:p>
                      <a:r>
                        <a:rPr lang="en-US"/>
                        <a:t>It indicates the following text will be normal text: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This is test.</a:t>
                      </a:r>
                    </a:p>
                  </a:txBody>
                  <a:tcPr/>
                </a:tc>
                <a:extLst>
                  <a:ext uri="{0D108BD9-81ED-4DB2-BD59-A6C34878D82A}">
                    <a16:rowId xmlns:a16="http://schemas.microsoft.com/office/drawing/2014/main" val="637632438"/>
                  </a:ext>
                </a:extLst>
              </a:tr>
              <a:tr h="370840">
                <a:tc>
                  <a:txBody>
                    <a:bodyPr/>
                    <a:lstStyle/>
                    <a:p>
                      <a:r>
                        <a:rPr lang="en-US"/>
                        <a:t>#list#</a:t>
                      </a:r>
                    </a:p>
                    <a:p>
                      <a:pPr marL="0" indent="0">
                        <a:buFontTx/>
                        <a:buNone/>
                      </a:pPr>
                      <a:r>
                        <a:rPr lang="en-US"/>
                        <a:t>/</a:t>
                      </a:r>
                      <a:r>
                        <a:rPr lang="en-US" err="1"/>
                        <a:t>proj</a:t>
                      </a:r>
                      <a:r>
                        <a:rPr lang="en-US"/>
                        <a:t>/xxx0</a:t>
                      </a:r>
                    </a:p>
                    <a:p>
                      <a:pPr marL="0" indent="0">
                        <a:buFontTx/>
                        <a:buNone/>
                      </a:pPr>
                      <a:r>
                        <a:rPr lang="en-US"/>
                        <a:t>/</a:t>
                      </a:r>
                      <a:r>
                        <a:rPr lang="en-US" err="1"/>
                        <a:t>proj</a:t>
                      </a:r>
                      <a:r>
                        <a:rPr lang="en-US"/>
                        <a:t>/xxx1</a:t>
                      </a:r>
                    </a:p>
                  </a:txBody>
                  <a:tcPr/>
                </a:tc>
                <a:tc>
                  <a:txBody>
                    <a:bodyPr/>
                    <a:lstStyle/>
                    <a:p>
                      <a:r>
                        <a:rPr lang="en-US"/>
                        <a:t>It indicates the following test will be list:</a:t>
                      </a:r>
                    </a:p>
                    <a:p>
                      <a:pPr marL="285750" indent="-285750">
                        <a:buFont typeface="Arial" panose="020B0604020202020204" pitchFamily="34" charset="0"/>
                        <a:buChar char="•"/>
                      </a:pPr>
                      <a:r>
                        <a:rPr lang="en-US"/>
                        <a:t>/</a:t>
                      </a:r>
                      <a:r>
                        <a:rPr lang="en-US" err="1"/>
                        <a:t>proj</a:t>
                      </a:r>
                      <a:r>
                        <a:rPr lang="en-US"/>
                        <a:t>/xxx0</a:t>
                      </a:r>
                    </a:p>
                    <a:p>
                      <a:pPr marL="285750" indent="-285750">
                        <a:buFont typeface="Arial" panose="020B0604020202020204" pitchFamily="34" charset="0"/>
                        <a:buChar char="•"/>
                      </a:pPr>
                      <a:r>
                        <a:rPr lang="en-US"/>
                        <a:t>/</a:t>
                      </a:r>
                      <a:r>
                        <a:rPr lang="en-US" err="1"/>
                        <a:t>proj</a:t>
                      </a:r>
                      <a:r>
                        <a:rPr lang="en-US"/>
                        <a:t>/xxx1</a:t>
                      </a:r>
                    </a:p>
                  </a:txBody>
                  <a:tcPr/>
                </a:tc>
                <a:extLst>
                  <a:ext uri="{0D108BD9-81ED-4DB2-BD59-A6C34878D82A}">
                    <a16:rowId xmlns:a16="http://schemas.microsoft.com/office/drawing/2014/main" val="2929163111"/>
                  </a:ext>
                </a:extLst>
              </a:tr>
              <a:tr h="370840">
                <a:tc>
                  <a:txBody>
                    <a:bodyPr/>
                    <a:lstStyle/>
                    <a:p>
                      <a:r>
                        <a:rPr lang="en-US"/>
                        <a:t>#table#</a:t>
                      </a:r>
                    </a:p>
                    <a:p>
                      <a:r>
                        <a:rPr lang="en-US" err="1"/>
                        <a:t>Tile,runDir</a:t>
                      </a:r>
                      <a:endParaRPr lang="en-US"/>
                    </a:p>
                    <a:p>
                      <a:r>
                        <a:rPr lang="en-US" err="1"/>
                        <a:t>Dfx_dft_t</a:t>
                      </a:r>
                      <a:r>
                        <a:rPr lang="en-US"/>
                        <a:t>,/</a:t>
                      </a:r>
                      <a:r>
                        <a:rPr lang="en-US" err="1"/>
                        <a:t>proj</a:t>
                      </a:r>
                      <a:r>
                        <a:rPr lang="en-US"/>
                        <a:t>/xxx0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err="1"/>
                        <a:t>Dfx_dft_t</a:t>
                      </a:r>
                      <a:r>
                        <a:rPr lang="en-US"/>
                        <a:t>,/</a:t>
                      </a:r>
                      <a:r>
                        <a:rPr lang="en-US" err="1"/>
                        <a:t>proj</a:t>
                      </a:r>
                      <a:r>
                        <a:rPr lang="en-US"/>
                        <a:t>/xxx1</a:t>
                      </a:r>
                    </a:p>
                    <a:p>
                      <a:r>
                        <a:rPr lang="en-US"/>
                        <a:t>#table end#</a:t>
                      </a:r>
                    </a:p>
                  </a:txBody>
                  <a:tcPr/>
                </a:tc>
                <a:tc>
                  <a:txBody>
                    <a:bodyPr/>
                    <a:lstStyle/>
                    <a:p>
                      <a:r>
                        <a:rPr lang="en-US"/>
                        <a:t>It indicates the text between these marker will be table:</a:t>
                      </a:r>
                    </a:p>
                    <a:p>
                      <a:endParaRPr lang="en-US"/>
                    </a:p>
                  </a:txBody>
                  <a:tcPr/>
                </a:tc>
                <a:extLst>
                  <a:ext uri="{0D108BD9-81ED-4DB2-BD59-A6C34878D82A}">
                    <a16:rowId xmlns:a16="http://schemas.microsoft.com/office/drawing/2014/main" val="2745863999"/>
                  </a:ext>
                </a:extLst>
              </a:tr>
              <a:tr h="370840">
                <a:tc>
                  <a:txBody>
                    <a:bodyPr/>
                    <a:lstStyle/>
                    <a:p>
                      <a:r>
                        <a:rPr lang="en-US"/>
                        <a:t>#line#</a:t>
                      </a:r>
                    </a:p>
                  </a:txBody>
                  <a:tcPr/>
                </a:tc>
                <a:tc>
                  <a:txBody>
                    <a:bodyPr/>
                    <a:lstStyle/>
                    <a:p>
                      <a:r>
                        <a:rPr lang="en-US"/>
                        <a:t>It will create a line in the mail:</a:t>
                      </a:r>
                    </a:p>
                    <a:p>
                      <a:endParaRPr lang="en-US"/>
                    </a:p>
                    <a:p>
                      <a:endParaRPr lang="en-US"/>
                    </a:p>
                  </a:txBody>
                  <a:tcPr/>
                </a:tc>
                <a:extLst>
                  <a:ext uri="{0D108BD9-81ED-4DB2-BD59-A6C34878D82A}">
                    <a16:rowId xmlns:a16="http://schemas.microsoft.com/office/drawing/2014/main" val="1708733735"/>
                  </a:ext>
                </a:extLst>
              </a:tr>
            </a:tbl>
          </a:graphicData>
        </a:graphic>
      </p:graphicFrame>
      <p:pic>
        <p:nvPicPr>
          <p:cNvPr id="11" name="Picture 10">
            <a:extLst>
              <a:ext uri="{FF2B5EF4-FFF2-40B4-BE49-F238E27FC236}">
                <a16:creationId xmlns:a16="http://schemas.microsoft.com/office/drawing/2014/main" id="{F72D3CEB-45B3-F9DE-CB15-E7762DC5AAF2}"/>
              </a:ext>
            </a:extLst>
          </p:cNvPr>
          <p:cNvPicPr>
            <a:picLocks noChangeAspect="1"/>
          </p:cNvPicPr>
          <p:nvPr/>
        </p:nvPicPr>
        <p:blipFill>
          <a:blip r:embed="rId2"/>
          <a:stretch>
            <a:fillRect/>
          </a:stretch>
        </p:blipFill>
        <p:spPr>
          <a:xfrm>
            <a:off x="3381839" y="5384709"/>
            <a:ext cx="5295900" cy="285750"/>
          </a:xfrm>
          <a:prstGeom prst="rect">
            <a:avLst/>
          </a:prstGeom>
        </p:spPr>
      </p:pic>
      <p:graphicFrame>
        <p:nvGraphicFramePr>
          <p:cNvPr id="3" name="Table 2">
            <a:extLst>
              <a:ext uri="{FF2B5EF4-FFF2-40B4-BE49-F238E27FC236}">
                <a16:creationId xmlns:a16="http://schemas.microsoft.com/office/drawing/2014/main" id="{18AFDEB7-B12D-59BC-66CA-00460A6CB9E2}"/>
              </a:ext>
            </a:extLst>
          </p:cNvPr>
          <p:cNvGraphicFramePr>
            <a:graphicFrameLocks noGrp="1"/>
          </p:cNvGraphicFramePr>
          <p:nvPr>
            <p:extLst>
              <p:ext uri="{D42A27DB-BD31-4B8C-83A1-F6EECF244321}">
                <p14:modId xmlns:p14="http://schemas.microsoft.com/office/powerpoint/2010/main" val="3822845300"/>
              </p:ext>
            </p:extLst>
          </p:nvPr>
        </p:nvGraphicFramePr>
        <p:xfrm>
          <a:off x="3641045" y="3775002"/>
          <a:ext cx="3331110" cy="1112520"/>
        </p:xfrm>
        <a:graphic>
          <a:graphicData uri="http://schemas.openxmlformats.org/drawingml/2006/table">
            <a:tbl>
              <a:tblPr firstRow="1" bandRow="1">
                <a:tableStyleId>{5940675A-B579-460E-94D1-54222C63F5DA}</a:tableStyleId>
              </a:tblPr>
              <a:tblGrid>
                <a:gridCol w="1481762">
                  <a:extLst>
                    <a:ext uri="{9D8B030D-6E8A-4147-A177-3AD203B41FA5}">
                      <a16:colId xmlns:a16="http://schemas.microsoft.com/office/drawing/2014/main" val="516203323"/>
                    </a:ext>
                  </a:extLst>
                </a:gridCol>
                <a:gridCol w="1849348">
                  <a:extLst>
                    <a:ext uri="{9D8B030D-6E8A-4147-A177-3AD203B41FA5}">
                      <a16:colId xmlns:a16="http://schemas.microsoft.com/office/drawing/2014/main" val="3360985701"/>
                    </a:ext>
                  </a:extLst>
                </a:gridCol>
              </a:tblGrid>
              <a:tr h="370840">
                <a:tc>
                  <a:txBody>
                    <a:bodyPr/>
                    <a:lstStyle/>
                    <a:p>
                      <a:r>
                        <a:rPr lang="en-US"/>
                        <a:t>Tile</a:t>
                      </a:r>
                    </a:p>
                  </a:txBody>
                  <a:tcPr>
                    <a:solidFill>
                      <a:schemeClr val="accent2">
                        <a:lumMod val="40000"/>
                        <a:lumOff val="60000"/>
                      </a:schemeClr>
                    </a:solidFill>
                  </a:tcPr>
                </a:tc>
                <a:tc>
                  <a:txBody>
                    <a:bodyPr/>
                    <a:lstStyle/>
                    <a:p>
                      <a:r>
                        <a:rPr lang="en-US" err="1"/>
                        <a:t>runDir</a:t>
                      </a:r>
                      <a:endParaRPr lang="en-US"/>
                    </a:p>
                  </a:txBody>
                  <a:tcPr>
                    <a:solidFill>
                      <a:schemeClr val="accent2">
                        <a:lumMod val="40000"/>
                        <a:lumOff val="60000"/>
                      </a:schemeClr>
                    </a:solidFill>
                  </a:tcPr>
                </a:tc>
                <a:extLst>
                  <a:ext uri="{0D108BD9-81ED-4DB2-BD59-A6C34878D82A}">
                    <a16:rowId xmlns:a16="http://schemas.microsoft.com/office/drawing/2014/main" val="4266237907"/>
                  </a:ext>
                </a:extLst>
              </a:tr>
              <a:tr h="370840">
                <a:tc>
                  <a:txBody>
                    <a:bodyPr/>
                    <a:lstStyle/>
                    <a:p>
                      <a:r>
                        <a:rPr lang="en-US" err="1"/>
                        <a:t>Dfx_dft_t</a:t>
                      </a:r>
                      <a:endParaRPr lang="en-US"/>
                    </a:p>
                  </a:txBody>
                  <a:tcPr/>
                </a:tc>
                <a:tc>
                  <a:txBody>
                    <a:bodyPr/>
                    <a:lstStyle/>
                    <a:p>
                      <a:r>
                        <a:rPr lang="en-US"/>
                        <a:t>/</a:t>
                      </a:r>
                      <a:r>
                        <a:rPr lang="en-US" err="1"/>
                        <a:t>proj</a:t>
                      </a:r>
                      <a:r>
                        <a:rPr lang="en-US"/>
                        <a:t>/xxx0</a:t>
                      </a:r>
                    </a:p>
                  </a:txBody>
                  <a:tcPr/>
                </a:tc>
                <a:extLst>
                  <a:ext uri="{0D108BD9-81ED-4DB2-BD59-A6C34878D82A}">
                    <a16:rowId xmlns:a16="http://schemas.microsoft.com/office/drawing/2014/main" val="2337807722"/>
                  </a:ext>
                </a:extLst>
              </a:tr>
              <a:tr h="370840">
                <a:tc>
                  <a:txBody>
                    <a:bodyPr/>
                    <a:lstStyle/>
                    <a:p>
                      <a:r>
                        <a:rPr lang="en-US" err="1"/>
                        <a:t>Dfx_dft_t</a:t>
                      </a:r>
                      <a:endParaRPr lang="en-US"/>
                    </a:p>
                  </a:txBody>
                  <a:tcPr/>
                </a:tc>
                <a:tc>
                  <a:txBody>
                    <a:bodyPr/>
                    <a:lstStyle/>
                    <a:p>
                      <a:r>
                        <a:rPr lang="en-US"/>
                        <a:t>/</a:t>
                      </a:r>
                      <a:r>
                        <a:rPr lang="en-US" err="1"/>
                        <a:t>proj</a:t>
                      </a:r>
                      <a:r>
                        <a:rPr lang="en-US"/>
                        <a:t>/xxx1</a:t>
                      </a:r>
                    </a:p>
                  </a:txBody>
                  <a:tcPr/>
                </a:tc>
                <a:extLst>
                  <a:ext uri="{0D108BD9-81ED-4DB2-BD59-A6C34878D82A}">
                    <a16:rowId xmlns:a16="http://schemas.microsoft.com/office/drawing/2014/main" val="1631076666"/>
                  </a:ext>
                </a:extLst>
              </a:tr>
            </a:tbl>
          </a:graphicData>
        </a:graphic>
      </p:graphicFrame>
    </p:spTree>
    <p:extLst>
      <p:ext uri="{BB962C8B-B14F-4D97-AF65-F5344CB8AC3E}">
        <p14:creationId xmlns:p14="http://schemas.microsoft.com/office/powerpoint/2010/main" val="4079188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7CCB69-27FB-82A6-FAB2-AAAB5BF7BE58}"/>
              </a:ext>
            </a:extLst>
          </p:cNvPr>
          <p:cNvSpPr txBox="1"/>
          <p:nvPr/>
        </p:nvSpPr>
        <p:spPr>
          <a:xfrm>
            <a:off x="92345" y="302339"/>
            <a:ext cx="4531026" cy="461665"/>
          </a:xfrm>
          <a:prstGeom prst="rect">
            <a:avLst/>
          </a:prstGeom>
          <a:noFill/>
        </p:spPr>
        <p:txBody>
          <a:bodyPr wrap="square" rtlCol="0">
            <a:spAutoFit/>
          </a:bodyPr>
          <a:lstStyle/>
          <a:p>
            <a:r>
              <a:rPr lang="en-US" sz="2400"/>
              <a:t>Html Spec</a:t>
            </a:r>
          </a:p>
        </p:txBody>
      </p:sp>
      <p:sp>
        <p:nvSpPr>
          <p:cNvPr id="7" name="TextBox 6">
            <a:extLst>
              <a:ext uri="{FF2B5EF4-FFF2-40B4-BE49-F238E27FC236}">
                <a16:creationId xmlns:a16="http://schemas.microsoft.com/office/drawing/2014/main" id="{89A61D5B-0276-CAAE-2E0D-C49C0932F1D4}"/>
              </a:ext>
            </a:extLst>
          </p:cNvPr>
          <p:cNvSpPr txBox="1"/>
          <p:nvPr/>
        </p:nvSpPr>
        <p:spPr>
          <a:xfrm>
            <a:off x="205483" y="894121"/>
            <a:ext cx="11476234" cy="923330"/>
          </a:xfrm>
          <a:prstGeom prst="rect">
            <a:avLst/>
          </a:prstGeom>
          <a:noFill/>
        </p:spPr>
        <p:txBody>
          <a:bodyPr wrap="square" rtlCol="0">
            <a:spAutoFit/>
          </a:bodyPr>
          <a:lstStyle/>
          <a:p>
            <a:pPr marL="285750" indent="-285750">
              <a:buFont typeface="Wingdings" panose="05000000000000000000" pitchFamily="2" charset="2"/>
              <a:buChar char="Ø"/>
            </a:pPr>
            <a:r>
              <a:rPr lang="en-US" altLang="zh-CN"/>
              <a:t>Currently, VTO support spec to html generation without considering html syntax, the spec file will be ${tag}_spec, $tag is the task ID.</a:t>
            </a:r>
          </a:p>
          <a:p>
            <a:pPr marL="742950" lvl="1" indent="-285750">
              <a:buFont typeface="Wingdings" panose="05000000000000000000" pitchFamily="2" charset="2"/>
              <a:buChar char="Ø"/>
            </a:pPr>
            <a:endParaRPr lang="en-US" altLang="zh-CN"/>
          </a:p>
        </p:txBody>
      </p:sp>
      <p:graphicFrame>
        <p:nvGraphicFramePr>
          <p:cNvPr id="2" name="Table 2">
            <a:extLst>
              <a:ext uri="{FF2B5EF4-FFF2-40B4-BE49-F238E27FC236}">
                <a16:creationId xmlns:a16="http://schemas.microsoft.com/office/drawing/2014/main" id="{81615A5F-F133-BDC6-0F96-3B37B69CF211}"/>
              </a:ext>
            </a:extLst>
          </p:cNvPr>
          <p:cNvGraphicFramePr>
            <a:graphicFrameLocks noGrp="1"/>
          </p:cNvGraphicFramePr>
          <p:nvPr>
            <p:extLst>
              <p:ext uri="{D42A27DB-BD31-4B8C-83A1-F6EECF244321}">
                <p14:modId xmlns:p14="http://schemas.microsoft.com/office/powerpoint/2010/main" val="3699345417"/>
              </p:ext>
            </p:extLst>
          </p:nvPr>
        </p:nvGraphicFramePr>
        <p:xfrm>
          <a:off x="398409" y="1559674"/>
          <a:ext cx="11262760" cy="4582160"/>
        </p:xfrm>
        <a:graphic>
          <a:graphicData uri="http://schemas.openxmlformats.org/drawingml/2006/table">
            <a:tbl>
              <a:tblPr firstRow="1" bandRow="1">
                <a:tableStyleId>{5C22544A-7EE6-4342-B048-85BDC9FD1C3A}</a:tableStyleId>
              </a:tblPr>
              <a:tblGrid>
                <a:gridCol w="3238643">
                  <a:extLst>
                    <a:ext uri="{9D8B030D-6E8A-4147-A177-3AD203B41FA5}">
                      <a16:colId xmlns:a16="http://schemas.microsoft.com/office/drawing/2014/main" val="3584010207"/>
                    </a:ext>
                  </a:extLst>
                </a:gridCol>
                <a:gridCol w="8024117">
                  <a:extLst>
                    <a:ext uri="{9D8B030D-6E8A-4147-A177-3AD203B41FA5}">
                      <a16:colId xmlns:a16="http://schemas.microsoft.com/office/drawing/2014/main" val="14021900"/>
                    </a:ext>
                  </a:extLst>
                </a:gridCol>
              </a:tblGrid>
              <a:tr h="370840">
                <a:tc>
                  <a:txBody>
                    <a:bodyPr/>
                    <a:lstStyle/>
                    <a:p>
                      <a:r>
                        <a:rPr lang="en-US"/>
                        <a:t>Element</a:t>
                      </a:r>
                    </a:p>
                  </a:txBody>
                  <a:tcPr/>
                </a:tc>
                <a:tc>
                  <a:txBody>
                    <a:bodyPr/>
                    <a:lstStyle/>
                    <a:p>
                      <a:r>
                        <a:rPr lang="en-US"/>
                        <a:t>usage</a:t>
                      </a:r>
                    </a:p>
                  </a:txBody>
                  <a:tcPr/>
                </a:tc>
                <a:extLst>
                  <a:ext uri="{0D108BD9-81ED-4DB2-BD59-A6C34878D82A}">
                    <a16:rowId xmlns:a16="http://schemas.microsoft.com/office/drawing/2014/main" val="1257098554"/>
                  </a:ext>
                </a:extLst>
              </a:tr>
              <a:tr h="370840">
                <a:tc>
                  <a:txBody>
                    <a:bodyPr/>
                    <a:lstStyle/>
                    <a:p>
                      <a:r>
                        <a:rPr lang="en-US"/>
                        <a:t>/</a:t>
                      </a:r>
                      <a:r>
                        <a:rPr lang="en-US" err="1"/>
                        <a:t>proj</a:t>
                      </a:r>
                      <a:r>
                        <a:rPr lang="en-US"/>
                        <a:t>/xxx0.log</a:t>
                      </a:r>
                    </a:p>
                  </a:txBody>
                  <a:tcPr/>
                </a:tc>
                <a:tc>
                  <a:txBody>
                    <a:bodyPr/>
                    <a:lstStyle/>
                    <a:p>
                      <a:r>
                        <a:rPr lang="en-US"/>
                        <a:t>Any .log/html file with /</a:t>
                      </a:r>
                      <a:r>
                        <a:rPr lang="en-US" err="1"/>
                        <a:t>proj</a:t>
                      </a:r>
                      <a:r>
                        <a:rPr lang="en-US"/>
                        <a:t>/ will be change to hyper link for easy access though browser.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u="sng">
                          <a:solidFill>
                            <a:srgbClr val="0070C0"/>
                          </a:solidFill>
                        </a:rPr>
                        <a:t> xxx0</a:t>
                      </a:r>
                    </a:p>
                  </a:txBody>
                  <a:tcPr/>
                </a:tc>
                <a:extLst>
                  <a:ext uri="{0D108BD9-81ED-4DB2-BD59-A6C34878D82A}">
                    <a16:rowId xmlns:a16="http://schemas.microsoft.com/office/drawing/2014/main" val="2929163111"/>
                  </a:ext>
                </a:extLst>
              </a:tr>
              <a:tr h="370840">
                <a:tc>
                  <a:txBody>
                    <a:bodyPr/>
                    <a:lstStyle/>
                    <a:p>
                      <a:r>
                        <a:rPr lang="en-US"/>
                        <a:t>#table#</a:t>
                      </a:r>
                    </a:p>
                    <a:p>
                      <a:r>
                        <a:rPr lang="en-US" err="1"/>
                        <a:t>Tile,runDir</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err="1"/>
                        <a:t>Dfx_dft_t</a:t>
                      </a:r>
                      <a:r>
                        <a:rPr lang="en-US"/>
                        <a:t>,/</a:t>
                      </a:r>
                      <a:r>
                        <a:rPr lang="en-US" err="1"/>
                        <a:t>proj</a:t>
                      </a:r>
                      <a:r>
                        <a:rPr lang="en-US"/>
                        <a:t>/xxx0</a:t>
                      </a:r>
                      <a:r>
                        <a:rPr lang="en-US">
                          <a:highlight>
                            <a:srgbClr val="FFFF00"/>
                          </a:highlight>
                        </a:rPr>
                        <a:t>::</a:t>
                      </a:r>
                      <a:r>
                        <a:rPr lang="en-US" sz="1800" b="1" i="0" kern="1200">
                          <a:solidFill>
                            <a:schemeClr val="dk1"/>
                          </a:solidFill>
                          <a:effectLst/>
                          <a:latin typeface="+mn-lt"/>
                          <a:ea typeface="+mn-ea"/>
                          <a:cs typeface="+mn-cs"/>
                        </a:rPr>
                        <a:t>#FF0000</a:t>
                      </a:r>
                      <a:endParaRPr lang="en-US">
                        <a:highlight>
                          <a:srgbClr val="FFFF00"/>
                        </a:highlight>
                      </a:endParaRPr>
                    </a:p>
                    <a:p>
                      <a:r>
                        <a:rPr lang="en-US"/>
                        <a:t>table end#</a:t>
                      </a:r>
                    </a:p>
                  </a:txBody>
                  <a:tcPr/>
                </a:tc>
                <a:tc>
                  <a:txBody>
                    <a:bodyPr/>
                    <a:lstStyle/>
                    <a:p>
                      <a:r>
                        <a:rPr lang="en-US"/>
                        <a:t>Use “::” to add color attribute for box.</a:t>
                      </a:r>
                    </a:p>
                    <a:p>
                      <a:endParaRPr lang="en-US"/>
                    </a:p>
                  </a:txBody>
                  <a:tcPr/>
                </a:tc>
                <a:extLst>
                  <a:ext uri="{0D108BD9-81ED-4DB2-BD59-A6C34878D82A}">
                    <a16:rowId xmlns:a16="http://schemas.microsoft.com/office/drawing/2014/main" val="2745863999"/>
                  </a:ext>
                </a:extLst>
              </a:tr>
              <a:tr h="831122">
                <a:tc>
                  <a:txBody>
                    <a:bodyPr/>
                    <a:lstStyle/>
                    <a:p>
                      <a:r>
                        <a:rPr lang="en-US"/>
                        <a:t>#table#</a:t>
                      </a:r>
                    </a:p>
                    <a:p>
                      <a:r>
                        <a:rPr lang="en-US" err="1"/>
                        <a:t>Tile,runDir</a:t>
                      </a:r>
                      <a:endParaRPr lang="en-US"/>
                    </a:p>
                    <a:p>
                      <a:r>
                        <a:rPr lang="en-US" err="1"/>
                        <a:t>Dfx_dft_t</a:t>
                      </a:r>
                      <a:r>
                        <a:rPr lang="en-US"/>
                        <a:t>,/</a:t>
                      </a:r>
                      <a:r>
                        <a:rPr lang="en-US" err="1"/>
                        <a:t>proj</a:t>
                      </a:r>
                      <a:r>
                        <a:rPr lang="en-US"/>
                        <a:t>/xxx0</a:t>
                      </a:r>
                      <a:r>
                        <a:rPr lang="en-US">
                          <a:highlight>
                            <a:srgbClr val="FFFF00"/>
                          </a:highlight>
                        </a:rPr>
                        <a:t>;</a:t>
                      </a:r>
                      <a:r>
                        <a:rPr lang="en-US"/>
                        <a:t>/</a:t>
                      </a:r>
                      <a:r>
                        <a:rPr lang="en-US" err="1"/>
                        <a:t>proj</a:t>
                      </a:r>
                      <a:r>
                        <a:rPr lang="en-US"/>
                        <a:t>/xxx1#table end#</a:t>
                      </a:r>
                    </a:p>
                  </a:txBody>
                  <a:tcPr/>
                </a:tc>
                <a:tc>
                  <a:txBody>
                    <a:bodyPr/>
                    <a:lstStyle/>
                    <a:p>
                      <a:r>
                        <a:rPr lang="en-US"/>
                        <a:t>Use “;” to implement list in table.</a:t>
                      </a:r>
                    </a:p>
                    <a:p>
                      <a:endParaRPr lang="en-US"/>
                    </a:p>
                    <a:p>
                      <a:endParaRPr lang="en-US"/>
                    </a:p>
                    <a:p>
                      <a:endParaRPr lang="en-US"/>
                    </a:p>
                    <a:p>
                      <a:endParaRPr lang="en-US"/>
                    </a:p>
                    <a:p>
                      <a:endParaRPr lang="en-US"/>
                    </a:p>
                  </a:txBody>
                  <a:tcPr/>
                </a:tc>
                <a:extLst>
                  <a:ext uri="{0D108BD9-81ED-4DB2-BD59-A6C34878D82A}">
                    <a16:rowId xmlns:a16="http://schemas.microsoft.com/office/drawing/2014/main" val="1708733735"/>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4123877179"/>
                  </a:ext>
                </a:extLst>
              </a:tr>
            </a:tbl>
          </a:graphicData>
        </a:graphic>
      </p:graphicFrame>
      <p:graphicFrame>
        <p:nvGraphicFramePr>
          <p:cNvPr id="9" name="Table 8">
            <a:extLst>
              <a:ext uri="{FF2B5EF4-FFF2-40B4-BE49-F238E27FC236}">
                <a16:creationId xmlns:a16="http://schemas.microsoft.com/office/drawing/2014/main" id="{57DD64DB-6803-7D2B-9669-8D7AAFE9F725}"/>
              </a:ext>
            </a:extLst>
          </p:cNvPr>
          <p:cNvGraphicFramePr>
            <a:graphicFrameLocks noGrp="1"/>
          </p:cNvGraphicFramePr>
          <p:nvPr>
            <p:extLst>
              <p:ext uri="{D42A27DB-BD31-4B8C-83A1-F6EECF244321}">
                <p14:modId xmlns:p14="http://schemas.microsoft.com/office/powerpoint/2010/main" val="2394890007"/>
              </p:ext>
            </p:extLst>
          </p:nvPr>
        </p:nvGraphicFramePr>
        <p:xfrm>
          <a:off x="3728868" y="3234187"/>
          <a:ext cx="4601842" cy="741680"/>
        </p:xfrm>
        <a:graphic>
          <a:graphicData uri="http://schemas.openxmlformats.org/drawingml/2006/table">
            <a:tbl>
              <a:tblPr firstRow="1" bandRow="1">
                <a:tableStyleId>{5940675A-B579-460E-94D1-54222C63F5DA}</a:tableStyleId>
              </a:tblPr>
              <a:tblGrid>
                <a:gridCol w="2300921">
                  <a:extLst>
                    <a:ext uri="{9D8B030D-6E8A-4147-A177-3AD203B41FA5}">
                      <a16:colId xmlns:a16="http://schemas.microsoft.com/office/drawing/2014/main" val="1364014417"/>
                    </a:ext>
                  </a:extLst>
                </a:gridCol>
                <a:gridCol w="2300921">
                  <a:extLst>
                    <a:ext uri="{9D8B030D-6E8A-4147-A177-3AD203B41FA5}">
                      <a16:colId xmlns:a16="http://schemas.microsoft.com/office/drawing/2014/main" val="3196843595"/>
                    </a:ext>
                  </a:extLst>
                </a:gridCol>
              </a:tblGrid>
              <a:tr h="370840">
                <a:tc>
                  <a:txBody>
                    <a:bodyPr/>
                    <a:lstStyle/>
                    <a:p>
                      <a:r>
                        <a:rPr lang="en-US" err="1"/>
                        <a:t>Dfx_dft_t</a:t>
                      </a:r>
                      <a:endParaRPr lang="en-US"/>
                    </a:p>
                  </a:txBody>
                  <a:tcPr/>
                </a:tc>
                <a:tc>
                  <a:txBody>
                    <a:bodyPr/>
                    <a:lstStyle/>
                    <a:p>
                      <a:r>
                        <a:rPr lang="en-US"/>
                        <a:t>/</a:t>
                      </a:r>
                      <a:r>
                        <a:rPr lang="en-US" err="1"/>
                        <a:t>proj</a:t>
                      </a:r>
                      <a:r>
                        <a:rPr lang="en-US"/>
                        <a:t>/xxx0</a:t>
                      </a:r>
                    </a:p>
                  </a:txBody>
                  <a:tcPr>
                    <a:solidFill>
                      <a:srgbClr val="FF0000"/>
                    </a:solidFill>
                  </a:tcPr>
                </a:tc>
                <a:extLst>
                  <a:ext uri="{0D108BD9-81ED-4DB2-BD59-A6C34878D82A}">
                    <a16:rowId xmlns:a16="http://schemas.microsoft.com/office/drawing/2014/main" val="1521365927"/>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1601552562"/>
                  </a:ext>
                </a:extLst>
              </a:tr>
            </a:tbl>
          </a:graphicData>
        </a:graphic>
      </p:graphicFrame>
      <p:graphicFrame>
        <p:nvGraphicFramePr>
          <p:cNvPr id="10" name="Table 9">
            <a:extLst>
              <a:ext uri="{FF2B5EF4-FFF2-40B4-BE49-F238E27FC236}">
                <a16:creationId xmlns:a16="http://schemas.microsoft.com/office/drawing/2014/main" id="{5DA3F78E-3E50-9573-52CD-69BE92EADF18}"/>
              </a:ext>
            </a:extLst>
          </p:cNvPr>
          <p:cNvGraphicFramePr>
            <a:graphicFrameLocks noGrp="1"/>
          </p:cNvGraphicFramePr>
          <p:nvPr>
            <p:extLst>
              <p:ext uri="{D42A27DB-BD31-4B8C-83A1-F6EECF244321}">
                <p14:modId xmlns:p14="http://schemas.microsoft.com/office/powerpoint/2010/main" val="1402580176"/>
              </p:ext>
            </p:extLst>
          </p:nvPr>
        </p:nvGraphicFramePr>
        <p:xfrm>
          <a:off x="3728868" y="4641420"/>
          <a:ext cx="3403029" cy="1005840"/>
        </p:xfrm>
        <a:graphic>
          <a:graphicData uri="http://schemas.openxmlformats.org/drawingml/2006/table">
            <a:tbl>
              <a:tblPr firstRow="1" bandRow="1">
                <a:tableStyleId>{5940675A-B579-460E-94D1-54222C63F5DA}</a:tableStyleId>
              </a:tblPr>
              <a:tblGrid>
                <a:gridCol w="1266004">
                  <a:extLst>
                    <a:ext uri="{9D8B030D-6E8A-4147-A177-3AD203B41FA5}">
                      <a16:colId xmlns:a16="http://schemas.microsoft.com/office/drawing/2014/main" val="1873302676"/>
                    </a:ext>
                  </a:extLst>
                </a:gridCol>
                <a:gridCol w="2137025">
                  <a:extLst>
                    <a:ext uri="{9D8B030D-6E8A-4147-A177-3AD203B41FA5}">
                      <a16:colId xmlns:a16="http://schemas.microsoft.com/office/drawing/2014/main" val="1399616683"/>
                    </a:ext>
                  </a:extLst>
                </a:gridCol>
              </a:tblGrid>
              <a:tr h="531864">
                <a:tc>
                  <a:txBody>
                    <a:bodyPr/>
                    <a:lstStyle/>
                    <a:p>
                      <a:r>
                        <a:rPr lang="en-US" err="1"/>
                        <a:t>Dfx_dft_t</a:t>
                      </a:r>
                      <a:endParaRPr lang="en-US"/>
                    </a:p>
                  </a:txBody>
                  <a:tcPr/>
                </a:tc>
                <a:tc>
                  <a:txBody>
                    <a:bodyPr/>
                    <a:lstStyle/>
                    <a:p>
                      <a:pPr marL="285750" indent="-285750">
                        <a:buFont typeface="Arial" panose="020B0604020202020204" pitchFamily="34" charset="0"/>
                        <a:buChar char="•"/>
                      </a:pPr>
                      <a:r>
                        <a:rPr lang="en-US"/>
                        <a:t>/</a:t>
                      </a:r>
                      <a:r>
                        <a:rPr lang="en-US" err="1"/>
                        <a:t>proj</a:t>
                      </a:r>
                      <a:r>
                        <a:rPr lang="en-US"/>
                        <a:t>/xxx0</a:t>
                      </a:r>
                    </a:p>
                    <a:p>
                      <a:pPr marL="285750" indent="-285750">
                        <a:buFont typeface="Arial" panose="020B0604020202020204" pitchFamily="34" charset="0"/>
                        <a:buChar char="•"/>
                      </a:pPr>
                      <a:r>
                        <a:rPr lang="en-US"/>
                        <a:t>/</a:t>
                      </a:r>
                      <a:r>
                        <a:rPr lang="en-US" err="1"/>
                        <a:t>proj</a:t>
                      </a:r>
                      <a:r>
                        <a:rPr lang="en-US"/>
                        <a:t>/xxx1</a:t>
                      </a:r>
                    </a:p>
                  </a:txBody>
                  <a:tcPr/>
                </a:tc>
                <a:extLst>
                  <a:ext uri="{0D108BD9-81ED-4DB2-BD59-A6C34878D82A}">
                    <a16:rowId xmlns:a16="http://schemas.microsoft.com/office/drawing/2014/main" val="4258564688"/>
                  </a:ext>
                </a:extLst>
              </a:tr>
              <a:tr h="308144">
                <a:tc>
                  <a:txBody>
                    <a:bodyPr/>
                    <a:lstStyle/>
                    <a:p>
                      <a:endParaRPr lang="en-US"/>
                    </a:p>
                  </a:txBody>
                  <a:tcPr/>
                </a:tc>
                <a:tc>
                  <a:txBody>
                    <a:bodyPr/>
                    <a:lstStyle/>
                    <a:p>
                      <a:endParaRPr lang="en-US"/>
                    </a:p>
                  </a:txBody>
                  <a:tcPr/>
                </a:tc>
                <a:extLst>
                  <a:ext uri="{0D108BD9-81ED-4DB2-BD59-A6C34878D82A}">
                    <a16:rowId xmlns:a16="http://schemas.microsoft.com/office/drawing/2014/main" val="3891371414"/>
                  </a:ext>
                </a:extLst>
              </a:tr>
            </a:tbl>
          </a:graphicData>
        </a:graphic>
      </p:graphicFrame>
    </p:spTree>
    <p:extLst>
      <p:ext uri="{BB962C8B-B14F-4D97-AF65-F5344CB8AC3E}">
        <p14:creationId xmlns:p14="http://schemas.microsoft.com/office/powerpoint/2010/main" val="2003415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7CCB69-27FB-82A6-FAB2-AAAB5BF7BE58}"/>
              </a:ext>
            </a:extLst>
          </p:cNvPr>
          <p:cNvSpPr txBox="1"/>
          <p:nvPr/>
        </p:nvSpPr>
        <p:spPr>
          <a:xfrm>
            <a:off x="92345" y="302339"/>
            <a:ext cx="4531026" cy="461665"/>
          </a:xfrm>
          <a:prstGeom prst="rect">
            <a:avLst/>
          </a:prstGeom>
          <a:noFill/>
        </p:spPr>
        <p:txBody>
          <a:bodyPr wrap="square" rtlCol="0">
            <a:spAutoFit/>
          </a:bodyPr>
          <a:lstStyle/>
          <a:p>
            <a:r>
              <a:rPr lang="en-US" sz="2400"/>
              <a:t>Common Script</a:t>
            </a:r>
          </a:p>
        </p:txBody>
      </p:sp>
      <p:sp>
        <p:nvSpPr>
          <p:cNvPr id="7" name="TextBox 6">
            <a:extLst>
              <a:ext uri="{FF2B5EF4-FFF2-40B4-BE49-F238E27FC236}">
                <a16:creationId xmlns:a16="http://schemas.microsoft.com/office/drawing/2014/main" id="{89A61D5B-0276-CAAE-2E0D-C49C0932F1D4}"/>
              </a:ext>
            </a:extLst>
          </p:cNvPr>
          <p:cNvSpPr txBox="1"/>
          <p:nvPr/>
        </p:nvSpPr>
        <p:spPr>
          <a:xfrm>
            <a:off x="205483" y="894121"/>
            <a:ext cx="11476234" cy="646331"/>
          </a:xfrm>
          <a:prstGeom prst="rect">
            <a:avLst/>
          </a:prstGeom>
          <a:noFill/>
        </p:spPr>
        <p:txBody>
          <a:bodyPr wrap="square" rtlCol="0">
            <a:spAutoFit/>
          </a:bodyPr>
          <a:lstStyle/>
          <a:p>
            <a:pPr marL="285750" indent="-285750">
              <a:buFont typeface="Wingdings" panose="05000000000000000000" pitchFamily="2" charset="2"/>
              <a:buChar char="Ø"/>
            </a:pPr>
            <a:r>
              <a:rPr lang="en-US" altLang="zh-CN"/>
              <a:t>Some scripts are common among different function.</a:t>
            </a:r>
          </a:p>
          <a:p>
            <a:pPr marL="742950" lvl="1" indent="-285750">
              <a:buFont typeface="Wingdings" panose="05000000000000000000" pitchFamily="2" charset="2"/>
              <a:buChar char="Ø"/>
            </a:pPr>
            <a:endParaRPr lang="en-US" altLang="zh-CN"/>
          </a:p>
        </p:txBody>
      </p:sp>
      <p:graphicFrame>
        <p:nvGraphicFramePr>
          <p:cNvPr id="3" name="Table 2">
            <a:extLst>
              <a:ext uri="{FF2B5EF4-FFF2-40B4-BE49-F238E27FC236}">
                <a16:creationId xmlns:a16="http://schemas.microsoft.com/office/drawing/2014/main" id="{B6B856A3-2A9C-759F-D62A-41C2A926CC0B}"/>
              </a:ext>
            </a:extLst>
          </p:cNvPr>
          <p:cNvGraphicFramePr>
            <a:graphicFrameLocks noGrp="1"/>
          </p:cNvGraphicFramePr>
          <p:nvPr>
            <p:extLst>
              <p:ext uri="{D42A27DB-BD31-4B8C-83A1-F6EECF244321}">
                <p14:modId xmlns:p14="http://schemas.microsoft.com/office/powerpoint/2010/main" val="1689986215"/>
              </p:ext>
            </p:extLst>
          </p:nvPr>
        </p:nvGraphicFramePr>
        <p:xfrm>
          <a:off x="510283" y="1388010"/>
          <a:ext cx="10255688" cy="5273040"/>
        </p:xfrm>
        <a:graphic>
          <a:graphicData uri="http://schemas.openxmlformats.org/drawingml/2006/table">
            <a:tbl>
              <a:tblPr firstRow="1" bandRow="1">
                <a:tableStyleId>{5C22544A-7EE6-4342-B048-85BDC9FD1C3A}</a:tableStyleId>
              </a:tblPr>
              <a:tblGrid>
                <a:gridCol w="4026889">
                  <a:extLst>
                    <a:ext uri="{9D8B030D-6E8A-4147-A177-3AD203B41FA5}">
                      <a16:colId xmlns:a16="http://schemas.microsoft.com/office/drawing/2014/main" val="1959425665"/>
                    </a:ext>
                  </a:extLst>
                </a:gridCol>
                <a:gridCol w="2326235">
                  <a:extLst>
                    <a:ext uri="{9D8B030D-6E8A-4147-A177-3AD203B41FA5}">
                      <a16:colId xmlns:a16="http://schemas.microsoft.com/office/drawing/2014/main" val="1037168474"/>
                    </a:ext>
                  </a:extLst>
                </a:gridCol>
                <a:gridCol w="1913021">
                  <a:extLst>
                    <a:ext uri="{9D8B030D-6E8A-4147-A177-3AD203B41FA5}">
                      <a16:colId xmlns:a16="http://schemas.microsoft.com/office/drawing/2014/main" val="2218219451"/>
                    </a:ext>
                  </a:extLst>
                </a:gridCol>
                <a:gridCol w="1989543">
                  <a:extLst>
                    <a:ext uri="{9D8B030D-6E8A-4147-A177-3AD203B41FA5}">
                      <a16:colId xmlns:a16="http://schemas.microsoft.com/office/drawing/2014/main" val="878304667"/>
                    </a:ext>
                  </a:extLst>
                </a:gridCol>
              </a:tblGrid>
              <a:tr h="323526">
                <a:tc>
                  <a:txBody>
                    <a:bodyPr/>
                    <a:lstStyle/>
                    <a:p>
                      <a:endParaRPr lang="en-US"/>
                    </a:p>
                  </a:txBody>
                  <a:tcPr/>
                </a:tc>
                <a:tc>
                  <a:txBody>
                    <a:bodyPr/>
                    <a:lstStyle/>
                    <a:p>
                      <a:r>
                        <a:rPr lang="en-US"/>
                        <a:t>Tile</a:t>
                      </a:r>
                    </a:p>
                  </a:txBody>
                  <a:tcPr/>
                </a:tc>
                <a:tc>
                  <a:txBody>
                    <a:bodyPr/>
                    <a:lstStyle/>
                    <a:p>
                      <a:r>
                        <a:rPr lang="en-US"/>
                        <a:t>FCT</a:t>
                      </a:r>
                    </a:p>
                  </a:txBody>
                  <a:tcPr/>
                </a:tc>
                <a:tc>
                  <a:txBody>
                    <a:bodyPr/>
                    <a:lstStyle/>
                    <a:p>
                      <a:r>
                        <a:rPr lang="en-US"/>
                        <a:t>EMIR</a:t>
                      </a:r>
                    </a:p>
                  </a:txBody>
                  <a:tcPr/>
                </a:tc>
                <a:extLst>
                  <a:ext uri="{0D108BD9-81ED-4DB2-BD59-A6C34878D82A}">
                    <a16:rowId xmlns:a16="http://schemas.microsoft.com/office/drawing/2014/main" val="3305571419"/>
                  </a:ext>
                </a:extLst>
              </a:tr>
              <a:tr h="323526">
                <a:tc>
                  <a:txBody>
                    <a:bodyPr/>
                    <a:lstStyle/>
                    <a:p>
                      <a:r>
                        <a:rPr lang="en-US" sz="1400">
                          <a:hlinkClick r:id="rId2"/>
                        </a:rPr>
                        <a:t>vtoCommunication.py</a:t>
                      </a:r>
                      <a:endParaRPr lang="en-US" sz="1400"/>
                    </a:p>
                  </a:txBody>
                  <a:tcPr/>
                </a:tc>
                <a:tc>
                  <a:txBody>
                    <a:bodyPr/>
                    <a:lstStyle/>
                    <a:p>
                      <a:pPr algn="ctr"/>
                      <a:r>
                        <a:rPr lang="en-US">
                          <a:sym typeface="Wingdings 2" panose="05020102010507070707" pitchFamily="18" charset="2"/>
                        </a:rPr>
                        <a:t></a:t>
                      </a:r>
                      <a:endParaRPr lang="en-US"/>
                    </a:p>
                  </a:txBody>
                  <a:tcPr/>
                </a:tc>
                <a:tc>
                  <a:txBody>
                    <a:bodyPr/>
                    <a:lstStyle/>
                    <a:p>
                      <a:pPr algn="ctr"/>
                      <a:r>
                        <a:rPr lang="en-US">
                          <a:sym typeface="Wingdings 2" panose="05020102010507070707" pitchFamily="18" charset="2"/>
                        </a:rPr>
                        <a:t></a:t>
                      </a:r>
                      <a:endParaRPr lang="en-US"/>
                    </a:p>
                  </a:txBody>
                  <a:tcPr/>
                </a:tc>
                <a:tc>
                  <a:txBody>
                    <a:bodyPr/>
                    <a:lstStyle/>
                    <a:p>
                      <a:pPr algn="ctr"/>
                      <a:r>
                        <a:rPr lang="en-US">
                          <a:sym typeface="Wingdings 2" panose="05020102010507070707" pitchFamily="18" charset="2"/>
                        </a:rPr>
                        <a:t></a:t>
                      </a:r>
                      <a:endParaRPr lang="en-US"/>
                    </a:p>
                  </a:txBody>
                  <a:tcPr/>
                </a:tc>
                <a:extLst>
                  <a:ext uri="{0D108BD9-81ED-4DB2-BD59-A6C34878D82A}">
                    <a16:rowId xmlns:a16="http://schemas.microsoft.com/office/drawing/2014/main" val="2143546505"/>
                  </a:ext>
                </a:extLst>
              </a:tr>
              <a:tr h="404407">
                <a:tc>
                  <a:txBody>
                    <a:bodyPr/>
                    <a:lstStyle/>
                    <a:p>
                      <a:r>
                        <a:rPr lang="en-US" sz="1400" b="0" i="0" kern="1200" err="1">
                          <a:solidFill>
                            <a:schemeClr val="dk1"/>
                          </a:solidFill>
                          <a:effectLst/>
                          <a:latin typeface="+mn-lt"/>
                          <a:ea typeface="+mn-ea"/>
                          <a:cs typeface="+mn-cs"/>
                          <a:hlinkClick r:id="rId3"/>
                        </a:rPr>
                        <a:t>read_win_mail.csh</a:t>
                      </a:r>
                      <a:endParaRPr lang="en-US" sz="1400" b="0" i="0" kern="1200">
                        <a:solidFill>
                          <a:schemeClr val="dk1"/>
                        </a:solidFill>
                        <a:effectLst/>
                        <a:latin typeface="+mn-lt"/>
                        <a:ea typeface="+mn-ea"/>
                        <a:cs typeface="+mn-cs"/>
                      </a:endParaRPr>
                    </a:p>
                    <a:p>
                      <a:r>
                        <a:rPr lang="en-US" sz="1400" b="0" i="0" kern="1200">
                          <a:solidFill>
                            <a:schemeClr val="dk1"/>
                          </a:solidFill>
                          <a:effectLst/>
                          <a:latin typeface="+mn-lt"/>
                          <a:ea typeface="+mn-ea"/>
                          <a:cs typeface="+mn-cs"/>
                          <a:hlinkClick r:id="rId4"/>
                        </a:rPr>
                        <a:t>readTaskMail.pl</a:t>
                      </a:r>
                      <a:endParaRPr lang="en-US" sz="1400" b="0" i="0" kern="1200">
                        <a:solidFill>
                          <a:schemeClr val="dk1"/>
                        </a:solidFill>
                        <a:effectLst/>
                        <a:latin typeface="+mn-lt"/>
                        <a:ea typeface="+mn-ea"/>
                        <a:cs typeface="+mn-cs"/>
                      </a:endParaRPr>
                    </a:p>
                    <a:p>
                      <a:r>
                        <a:rPr lang="en-US" sz="1400" b="0" i="0" kern="1200">
                          <a:solidFill>
                            <a:schemeClr val="dk1"/>
                          </a:solidFill>
                          <a:effectLst/>
                          <a:latin typeface="+mn-lt"/>
                          <a:ea typeface="+mn-ea"/>
                          <a:cs typeface="+mn-cs"/>
                          <a:hlinkClick r:id="rId5"/>
                        </a:rPr>
                        <a:t>extract_tasks.py</a:t>
                      </a:r>
                      <a:endParaRPr lang="en-US" sz="1400" b="0" i="0" kern="1200">
                        <a:solidFill>
                          <a:schemeClr val="dk1"/>
                        </a:solidFill>
                        <a:effectLst/>
                        <a:latin typeface="+mn-lt"/>
                        <a:ea typeface="+mn-ea"/>
                        <a:cs typeface="+mn-cs"/>
                      </a:endParaRPr>
                    </a:p>
                    <a:p>
                      <a:r>
                        <a:rPr lang="en-US" sz="1400" b="0" i="0" kern="1200">
                          <a:solidFill>
                            <a:schemeClr val="dk1"/>
                          </a:solidFill>
                          <a:effectLst/>
                          <a:latin typeface="+mn-lt"/>
                          <a:ea typeface="+mn-ea"/>
                          <a:cs typeface="+mn-cs"/>
                          <a:hlinkClick r:id="rId6"/>
                        </a:rPr>
                        <a:t>merge_tasks.py</a:t>
                      </a:r>
                      <a:endParaRPr lang="en-US" sz="1400" b="0" i="0" kern="120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p>
                      <a:pPr algn="ct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819856479"/>
                  </a:ext>
                </a:extLst>
              </a:tr>
              <a:tr h="323526">
                <a:tc>
                  <a:txBody>
                    <a:bodyPr/>
                    <a:lstStyle/>
                    <a:p>
                      <a:r>
                        <a:rPr lang="en-US" sz="1400" b="0" i="0" kern="1200" err="1">
                          <a:solidFill>
                            <a:schemeClr val="dk1"/>
                          </a:solidFill>
                          <a:effectLst/>
                          <a:latin typeface="+mn-lt"/>
                          <a:ea typeface="+mn-ea"/>
                          <a:cs typeface="+mn-cs"/>
                          <a:hlinkClick r:id="rId7"/>
                        </a:rPr>
                        <a:t>setup_flow.csh</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4001667949"/>
                  </a:ext>
                </a:extLst>
              </a:tr>
              <a:tr h="323526">
                <a:tc>
                  <a:txBody>
                    <a:bodyPr/>
                    <a:lstStyle/>
                    <a:p>
                      <a:r>
                        <a:rPr lang="en-US" sz="1400" b="0" i="0" kern="1200" err="1">
                          <a:solidFill>
                            <a:schemeClr val="dk1"/>
                          </a:solidFill>
                          <a:effectLst/>
                          <a:latin typeface="+mn-lt"/>
                          <a:ea typeface="+mn-ea"/>
                          <a:cs typeface="+mn-cs"/>
                          <a:hlinkClick r:id="rId8"/>
                        </a:rPr>
                        <a:t>start_vto_man_sep.csh</a:t>
                      </a:r>
                      <a:endParaRPr lang="en-US" sz="1400" b="0" i="0" kern="1200">
                        <a:solidFill>
                          <a:schemeClr val="dk1"/>
                        </a:solidFill>
                        <a:effectLst/>
                        <a:latin typeface="+mn-lt"/>
                        <a:ea typeface="+mn-ea"/>
                        <a:cs typeface="+mn-cs"/>
                      </a:endParaRPr>
                    </a:p>
                    <a:p>
                      <a:r>
                        <a:rPr lang="en-US" altLang="zh-CN" sz="1400" b="0" i="0" kern="1200" err="1">
                          <a:solidFill>
                            <a:schemeClr val="dk1"/>
                          </a:solidFill>
                          <a:effectLst/>
                          <a:latin typeface="+mn-lt"/>
                          <a:ea typeface="+mn-ea"/>
                          <a:cs typeface="+mn-cs"/>
                          <a:hlinkClick r:id="rId9"/>
                        </a:rPr>
                        <a:t>unalias.csh</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1708239298"/>
                  </a:ext>
                </a:extLst>
              </a:tr>
              <a:tr h="323526">
                <a:tc>
                  <a:txBody>
                    <a:bodyPr/>
                    <a:lstStyle/>
                    <a:p>
                      <a:r>
                        <a:rPr lang="en-US" sz="1400" b="0" i="0" kern="1200" err="1">
                          <a:solidFill>
                            <a:schemeClr val="dk1"/>
                          </a:solidFill>
                          <a:effectLst/>
                          <a:latin typeface="+mn-lt"/>
                          <a:ea typeface="+mn-ea"/>
                          <a:cs typeface="+mn-cs"/>
                          <a:hlinkClick r:id="rId10"/>
                        </a:rPr>
                        <a:t>run_sep.csh</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1423664475"/>
                  </a:ext>
                </a:extLst>
              </a:tr>
              <a:tr h="404407">
                <a:tc>
                  <a:txBody>
                    <a:bodyPr/>
                    <a:lstStyle/>
                    <a:p>
                      <a:r>
                        <a:rPr lang="en-US" sz="1400" b="0" i="0" kern="1200" err="1">
                          <a:solidFill>
                            <a:schemeClr val="dk1"/>
                          </a:solidFill>
                          <a:effectLst/>
                          <a:latin typeface="+mn-lt"/>
                          <a:ea typeface="+mn-ea"/>
                          <a:cs typeface="+mn-cs"/>
                          <a:hlinkClick r:id="rId11"/>
                        </a:rPr>
                        <a:t>vtoHybridModel_sep.csh</a:t>
                      </a:r>
                      <a:endParaRPr lang="en-US" sz="1400" b="0" i="0" kern="1200">
                        <a:solidFill>
                          <a:schemeClr val="dk1"/>
                        </a:solidFill>
                        <a:effectLst/>
                        <a:latin typeface="+mn-lt"/>
                        <a:ea typeface="+mn-ea"/>
                        <a:cs typeface="+mn-cs"/>
                      </a:endParaRPr>
                    </a:p>
                    <a:p>
                      <a:r>
                        <a:rPr lang="en-US" sz="1400" b="0" i="0" kern="1200">
                          <a:solidFill>
                            <a:schemeClr val="dk1"/>
                          </a:solidFill>
                          <a:effectLst/>
                          <a:latin typeface="+mn-lt"/>
                          <a:ea typeface="+mn-ea"/>
                          <a:cs typeface="+mn-cs"/>
                          <a:hlinkClick r:id="rId12"/>
                        </a:rPr>
                        <a:t>vtoHybridModel.py</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2243910562"/>
                  </a:ext>
                </a:extLst>
              </a:tr>
              <a:tr h="323526">
                <a:tc>
                  <a:txBody>
                    <a:bodyPr/>
                    <a:lstStyle/>
                    <a:p>
                      <a:r>
                        <a:rPr lang="en-US" sz="1400" b="0" i="0" kern="1200">
                          <a:solidFill>
                            <a:schemeClr val="dk1"/>
                          </a:solidFill>
                          <a:effectLst/>
                          <a:latin typeface="+mn-lt"/>
                          <a:ea typeface="+mn-ea"/>
                          <a:cs typeface="+mn-cs"/>
                          <a:hlinkClick r:id="rId13"/>
                        </a:rPr>
                        <a:t>read_csv.py</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2788890699"/>
                  </a:ext>
                </a:extLst>
              </a:tr>
              <a:tr h="404407">
                <a:tc>
                  <a:txBody>
                    <a:bodyPr/>
                    <a:lstStyle/>
                    <a:p>
                      <a:r>
                        <a:rPr lang="en-US" sz="1400" b="0" i="0" kern="1200" err="1">
                          <a:solidFill>
                            <a:schemeClr val="dk1"/>
                          </a:solidFill>
                          <a:effectLst/>
                          <a:latin typeface="+mn-lt"/>
                          <a:ea typeface="+mn-ea"/>
                          <a:cs typeface="+mn-cs"/>
                          <a:hlinkClick r:id="rId14"/>
                        </a:rPr>
                        <a:t>vtoExecution.csh</a:t>
                      </a:r>
                      <a:endParaRPr lang="en-US" sz="1400" b="0" i="0" kern="1200">
                        <a:solidFill>
                          <a:schemeClr val="dk1"/>
                        </a:solidFill>
                        <a:effectLst/>
                        <a:latin typeface="+mn-lt"/>
                        <a:ea typeface="+mn-ea"/>
                        <a:cs typeface="+mn-cs"/>
                      </a:endParaRPr>
                    </a:p>
                    <a:p>
                      <a:r>
                        <a:rPr lang="en-US" sz="1400" b="0" i="0" kern="1200">
                          <a:solidFill>
                            <a:schemeClr val="dk1"/>
                          </a:solidFill>
                          <a:effectLst/>
                          <a:latin typeface="+mn-lt"/>
                          <a:ea typeface="+mn-ea"/>
                          <a:cs typeface="+mn-cs"/>
                          <a:hlinkClick r:id="rId15"/>
                        </a:rPr>
                        <a:t>vtoExecution.py</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4193437821"/>
                  </a:ext>
                </a:extLst>
              </a:tr>
              <a:tr h="323526">
                <a:tc>
                  <a:txBody>
                    <a:bodyPr/>
                    <a:lstStyle/>
                    <a:p>
                      <a:r>
                        <a:rPr lang="en-US" sz="1400" b="0" i="0" kern="1200" err="1">
                          <a:solidFill>
                            <a:schemeClr val="dk1"/>
                          </a:solidFill>
                          <a:effectLst/>
                          <a:latin typeface="+mn-lt"/>
                          <a:ea typeface="+mn-ea"/>
                          <a:cs typeface="+mn-cs"/>
                          <a:hlinkClick r:id="rId16"/>
                        </a:rPr>
                        <a:t>vtoMonitor.csh</a:t>
                      </a:r>
                      <a:endParaRPr lang="en-US" sz="1400" b="0" i="0" kern="1200">
                        <a:solidFill>
                          <a:schemeClr val="dk1"/>
                        </a:solidFill>
                        <a:effectLst/>
                        <a:latin typeface="+mn-lt"/>
                        <a:ea typeface="+mn-ea"/>
                        <a:cs typeface="+mn-cs"/>
                      </a:endParaRPr>
                    </a:p>
                    <a:p>
                      <a:r>
                        <a:rPr lang="en-US" sz="1400" b="0" i="0" kern="1200" err="1">
                          <a:solidFill>
                            <a:schemeClr val="dk1"/>
                          </a:solidFill>
                          <a:effectLst/>
                          <a:latin typeface="+mn-lt"/>
                          <a:ea typeface="+mn-ea"/>
                          <a:cs typeface="+mn-cs"/>
                          <a:hlinkClick r:id="rId17"/>
                        </a:rPr>
                        <a:t>exec_monitor.csh</a:t>
                      </a:r>
                      <a:endParaRPr lang="en-US" sz="1400" b="0" i="0" kern="1200">
                        <a:solidFill>
                          <a:schemeClr val="dk1"/>
                        </a:solidFill>
                        <a:effectLst/>
                        <a:latin typeface="+mn-lt"/>
                        <a:ea typeface="+mn-ea"/>
                        <a:cs typeface="+mn-cs"/>
                      </a:endParaRPr>
                    </a:p>
                    <a:p>
                      <a:r>
                        <a:rPr lang="en-US" sz="1400" b="0" i="0" kern="1200" err="1">
                          <a:solidFill>
                            <a:schemeClr val="dk1"/>
                          </a:solidFill>
                          <a:effectLst/>
                          <a:latin typeface="+mn-lt"/>
                          <a:ea typeface="+mn-ea"/>
                          <a:cs typeface="+mn-cs"/>
                          <a:hlinkClick r:id="rId18"/>
                        </a:rPr>
                        <a:t>exec_monitor_dir.csh</a:t>
                      </a:r>
                      <a:endParaRPr lang="en-US" sz="1400" b="0" i="0" kern="1200">
                        <a:solidFill>
                          <a:schemeClr val="dk1"/>
                        </a:solidFill>
                        <a:effectLst/>
                        <a:latin typeface="+mn-lt"/>
                        <a:ea typeface="+mn-ea"/>
                        <a:cs typeface="+mn-cs"/>
                      </a:endParaRPr>
                    </a:p>
                    <a:p>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p>
                      <a:pPr algn="ct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2056640400"/>
                  </a:ext>
                </a:extLst>
              </a:tr>
            </a:tbl>
          </a:graphicData>
        </a:graphic>
      </p:graphicFrame>
    </p:spTree>
    <p:extLst>
      <p:ext uri="{BB962C8B-B14F-4D97-AF65-F5344CB8AC3E}">
        <p14:creationId xmlns:p14="http://schemas.microsoft.com/office/powerpoint/2010/main" val="846050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7CCB69-27FB-82A6-FAB2-AAAB5BF7BE58}"/>
              </a:ext>
            </a:extLst>
          </p:cNvPr>
          <p:cNvSpPr txBox="1"/>
          <p:nvPr/>
        </p:nvSpPr>
        <p:spPr>
          <a:xfrm>
            <a:off x="92345" y="302339"/>
            <a:ext cx="4531026" cy="461665"/>
          </a:xfrm>
          <a:prstGeom prst="rect">
            <a:avLst/>
          </a:prstGeom>
          <a:noFill/>
        </p:spPr>
        <p:txBody>
          <a:bodyPr wrap="square" rtlCol="0">
            <a:spAutoFit/>
          </a:bodyPr>
          <a:lstStyle/>
          <a:p>
            <a:r>
              <a:rPr lang="en-US" sz="2400"/>
              <a:t>Common Script</a:t>
            </a:r>
          </a:p>
        </p:txBody>
      </p:sp>
      <p:sp>
        <p:nvSpPr>
          <p:cNvPr id="7" name="TextBox 6">
            <a:extLst>
              <a:ext uri="{FF2B5EF4-FFF2-40B4-BE49-F238E27FC236}">
                <a16:creationId xmlns:a16="http://schemas.microsoft.com/office/drawing/2014/main" id="{89A61D5B-0276-CAAE-2E0D-C49C0932F1D4}"/>
              </a:ext>
            </a:extLst>
          </p:cNvPr>
          <p:cNvSpPr txBox="1"/>
          <p:nvPr/>
        </p:nvSpPr>
        <p:spPr>
          <a:xfrm>
            <a:off x="205483" y="894121"/>
            <a:ext cx="11476234" cy="646331"/>
          </a:xfrm>
          <a:prstGeom prst="rect">
            <a:avLst/>
          </a:prstGeom>
          <a:noFill/>
        </p:spPr>
        <p:txBody>
          <a:bodyPr wrap="square" rtlCol="0">
            <a:spAutoFit/>
          </a:bodyPr>
          <a:lstStyle/>
          <a:p>
            <a:pPr marL="285750" indent="-285750">
              <a:buFont typeface="Wingdings" panose="05000000000000000000" pitchFamily="2" charset="2"/>
              <a:buChar char="Ø"/>
            </a:pPr>
            <a:r>
              <a:rPr lang="en-US" altLang="zh-CN"/>
              <a:t>Some scripts are common among different function.</a:t>
            </a:r>
          </a:p>
          <a:p>
            <a:pPr marL="742950" lvl="1" indent="-285750">
              <a:buFont typeface="Wingdings" panose="05000000000000000000" pitchFamily="2" charset="2"/>
              <a:buChar char="Ø"/>
            </a:pPr>
            <a:endParaRPr lang="en-US" altLang="zh-CN"/>
          </a:p>
        </p:txBody>
      </p:sp>
      <p:graphicFrame>
        <p:nvGraphicFramePr>
          <p:cNvPr id="3" name="Table 2">
            <a:extLst>
              <a:ext uri="{FF2B5EF4-FFF2-40B4-BE49-F238E27FC236}">
                <a16:creationId xmlns:a16="http://schemas.microsoft.com/office/drawing/2014/main" id="{B6B856A3-2A9C-759F-D62A-41C2A926CC0B}"/>
              </a:ext>
            </a:extLst>
          </p:cNvPr>
          <p:cNvGraphicFramePr>
            <a:graphicFrameLocks noGrp="1"/>
          </p:cNvGraphicFramePr>
          <p:nvPr>
            <p:extLst>
              <p:ext uri="{D42A27DB-BD31-4B8C-83A1-F6EECF244321}">
                <p14:modId xmlns:p14="http://schemas.microsoft.com/office/powerpoint/2010/main" val="1821937801"/>
              </p:ext>
            </p:extLst>
          </p:nvPr>
        </p:nvGraphicFramePr>
        <p:xfrm>
          <a:off x="510283" y="1388010"/>
          <a:ext cx="10582260" cy="5059680"/>
        </p:xfrm>
        <a:graphic>
          <a:graphicData uri="http://schemas.openxmlformats.org/drawingml/2006/table">
            <a:tbl>
              <a:tblPr firstRow="1" bandRow="1">
                <a:tableStyleId>{5C22544A-7EE6-4342-B048-85BDC9FD1C3A}</a:tableStyleId>
              </a:tblPr>
              <a:tblGrid>
                <a:gridCol w="3391992">
                  <a:extLst>
                    <a:ext uri="{9D8B030D-6E8A-4147-A177-3AD203B41FA5}">
                      <a16:colId xmlns:a16="http://schemas.microsoft.com/office/drawing/2014/main" val="1959425665"/>
                    </a:ext>
                  </a:extLst>
                </a:gridCol>
                <a:gridCol w="1899138">
                  <a:extLst>
                    <a:ext uri="{9D8B030D-6E8A-4147-A177-3AD203B41FA5}">
                      <a16:colId xmlns:a16="http://schemas.microsoft.com/office/drawing/2014/main" val="1037168474"/>
                    </a:ext>
                  </a:extLst>
                </a:gridCol>
                <a:gridCol w="2645565">
                  <a:extLst>
                    <a:ext uri="{9D8B030D-6E8A-4147-A177-3AD203B41FA5}">
                      <a16:colId xmlns:a16="http://schemas.microsoft.com/office/drawing/2014/main" val="2218219451"/>
                    </a:ext>
                  </a:extLst>
                </a:gridCol>
                <a:gridCol w="2645565">
                  <a:extLst>
                    <a:ext uri="{9D8B030D-6E8A-4147-A177-3AD203B41FA5}">
                      <a16:colId xmlns:a16="http://schemas.microsoft.com/office/drawing/2014/main" val="878304667"/>
                    </a:ext>
                  </a:extLst>
                </a:gridCol>
              </a:tblGrid>
              <a:tr h="313103">
                <a:tc>
                  <a:txBody>
                    <a:bodyPr/>
                    <a:lstStyle/>
                    <a:p>
                      <a:endParaRPr lang="en-US"/>
                    </a:p>
                  </a:txBody>
                  <a:tcPr/>
                </a:tc>
                <a:tc>
                  <a:txBody>
                    <a:bodyPr/>
                    <a:lstStyle/>
                    <a:p>
                      <a:r>
                        <a:rPr lang="en-US"/>
                        <a:t>Tile</a:t>
                      </a:r>
                    </a:p>
                  </a:txBody>
                  <a:tcPr/>
                </a:tc>
                <a:tc>
                  <a:txBody>
                    <a:bodyPr/>
                    <a:lstStyle/>
                    <a:p>
                      <a:r>
                        <a:rPr lang="en-US"/>
                        <a:t>FCT</a:t>
                      </a:r>
                    </a:p>
                  </a:txBody>
                  <a:tcPr/>
                </a:tc>
                <a:tc>
                  <a:txBody>
                    <a:bodyPr/>
                    <a:lstStyle/>
                    <a:p>
                      <a:r>
                        <a:rPr lang="en-US"/>
                        <a:t>EMIR</a:t>
                      </a:r>
                    </a:p>
                  </a:txBody>
                  <a:tcPr/>
                </a:tc>
                <a:extLst>
                  <a:ext uri="{0D108BD9-81ED-4DB2-BD59-A6C34878D82A}">
                    <a16:rowId xmlns:a16="http://schemas.microsoft.com/office/drawing/2014/main" val="3305571419"/>
                  </a:ext>
                </a:extLst>
              </a:tr>
              <a:tr h="313103">
                <a:tc>
                  <a:txBody>
                    <a:bodyPr/>
                    <a:lstStyle/>
                    <a:p>
                      <a:r>
                        <a:rPr lang="en-US" sz="1400" b="0" i="0" kern="1200" err="1">
                          <a:solidFill>
                            <a:schemeClr val="dk1"/>
                          </a:solidFill>
                          <a:effectLst/>
                          <a:latin typeface="+mn-lt"/>
                          <a:ea typeface="+mn-ea"/>
                          <a:cs typeface="+mn-cs"/>
                          <a:hlinkClick r:id="rId2"/>
                        </a:rPr>
                        <a:t>analyze_target.csh</a:t>
                      </a:r>
                      <a:endParaRPr lang="en-US" sz="1400" b="0" i="0" kern="1200">
                        <a:solidFill>
                          <a:schemeClr val="dk1"/>
                        </a:solidFill>
                        <a:effectLst/>
                        <a:latin typeface="+mn-lt"/>
                        <a:ea typeface="+mn-ea"/>
                        <a:cs typeface="+mn-cs"/>
                      </a:endParaRPr>
                    </a:p>
                    <a:p>
                      <a:r>
                        <a:rPr lang="en-US" sz="1400" b="0" i="0" kern="1200">
                          <a:solidFill>
                            <a:schemeClr val="dk1"/>
                          </a:solidFill>
                          <a:effectLst/>
                          <a:latin typeface="+mn-lt"/>
                          <a:ea typeface="+mn-ea"/>
                          <a:cs typeface="+mn-cs"/>
                          <a:hlinkClick r:id="rId3"/>
                        </a:rPr>
                        <a:t>analyze_target.py</a:t>
                      </a:r>
                      <a:endParaRPr lang="en-US" sz="1400" b="0" i="0" kern="1200">
                        <a:solidFill>
                          <a:schemeClr val="dk1"/>
                        </a:solidFill>
                        <a:effectLst/>
                        <a:latin typeface="+mn-lt"/>
                        <a:ea typeface="+mn-ea"/>
                        <a:cs typeface="+mn-cs"/>
                      </a:endParaRPr>
                    </a:p>
                  </a:txBody>
                  <a:tcPr/>
                </a:tc>
                <a:tc>
                  <a:txBody>
                    <a:bodyPr/>
                    <a:lstStyle/>
                    <a:p>
                      <a:pPr algn="ctr"/>
                      <a:r>
                        <a:rPr lang="en-US">
                          <a:sym typeface="Wingdings 2" panose="05020102010507070707" pitchFamily="18" charset="2"/>
                        </a:rPr>
                        <a:t></a:t>
                      </a:r>
                      <a:endParaRPr lang="en-US"/>
                    </a:p>
                  </a:txBody>
                  <a:tcPr/>
                </a:tc>
                <a:tc>
                  <a:txBody>
                    <a:bodyPr/>
                    <a:lstStyle/>
                    <a:p>
                      <a:pPr algn="ctr"/>
                      <a:r>
                        <a:rPr lang="en-US">
                          <a:sym typeface="Wingdings 2" panose="05020102010507070707" pitchFamily="18" charset="2"/>
                        </a:rPr>
                        <a:t></a:t>
                      </a:r>
                      <a:endParaRPr lang="en-US"/>
                    </a:p>
                  </a:txBody>
                  <a:tcPr/>
                </a:tc>
                <a:tc>
                  <a:txBody>
                    <a:bodyPr/>
                    <a:lstStyle/>
                    <a:p>
                      <a:pPr algn="ctr"/>
                      <a:r>
                        <a:rPr lang="en-US">
                          <a:sym typeface="Wingdings 2" panose="05020102010507070707" pitchFamily="18" charset="2"/>
                        </a:rPr>
                        <a:t></a:t>
                      </a:r>
                      <a:endParaRPr lang="en-US"/>
                    </a:p>
                  </a:txBody>
                  <a:tcPr/>
                </a:tc>
                <a:extLst>
                  <a:ext uri="{0D108BD9-81ED-4DB2-BD59-A6C34878D82A}">
                    <a16:rowId xmlns:a16="http://schemas.microsoft.com/office/drawing/2014/main" val="2143546505"/>
                  </a:ext>
                </a:extLst>
              </a:tr>
              <a:tr h="346187">
                <a:tc>
                  <a:txBody>
                    <a:bodyPr/>
                    <a:lstStyle/>
                    <a:p>
                      <a:r>
                        <a:rPr lang="en-US" sz="1400" b="0" i="0" kern="1200">
                          <a:solidFill>
                            <a:schemeClr val="dk1"/>
                          </a:solidFill>
                          <a:effectLst/>
                          <a:latin typeface="+mn-lt"/>
                          <a:ea typeface="+mn-ea"/>
                          <a:cs typeface="+mn-cs"/>
                          <a:hlinkClick r:id="rId4"/>
                        </a:rPr>
                        <a:t>sendMail.py</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819856479"/>
                  </a:ext>
                </a:extLst>
              </a:tr>
              <a:tr h="313103">
                <a:tc>
                  <a:txBody>
                    <a:bodyPr/>
                    <a:lstStyle/>
                    <a:p>
                      <a:r>
                        <a:rPr lang="en-US" sz="1400" b="0" i="0" kern="1200">
                          <a:solidFill>
                            <a:schemeClr val="dk1"/>
                          </a:solidFill>
                          <a:effectLst/>
                          <a:latin typeface="+mn-lt"/>
                          <a:ea typeface="+mn-ea"/>
                          <a:cs typeface="+mn-cs"/>
                          <a:hlinkClick r:id="rId5"/>
                        </a:rPr>
                        <a:t>spec2Html.py</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1708239298"/>
                  </a:ext>
                </a:extLst>
              </a:tr>
              <a:tr h="4435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err="1">
                          <a:solidFill>
                            <a:schemeClr val="dk1"/>
                          </a:solidFill>
                          <a:effectLst/>
                          <a:latin typeface="+mn-lt"/>
                          <a:ea typeface="+mn-ea"/>
                          <a:cs typeface="+mn-cs"/>
                          <a:hlinkClick r:id="rId6"/>
                        </a:rPr>
                        <a:t>signature_quote.csh</a:t>
                      </a:r>
                      <a:endParaRPr lang="en-US" sz="1400" b="0" i="0" kern="120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a:hlinkClick r:id="rId7"/>
                        </a:rPr>
                        <a:t>readTask.py</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1423664475"/>
                  </a:ext>
                </a:extLst>
              </a:tr>
              <a:tr h="346187">
                <a:tc>
                  <a:txBody>
                    <a:bodyPr/>
                    <a:lstStyle/>
                    <a:p>
                      <a:r>
                        <a:rPr lang="en-US" sz="1400" b="0" i="0" kern="1200" err="1">
                          <a:solidFill>
                            <a:schemeClr val="dk1"/>
                          </a:solidFill>
                          <a:effectLst/>
                          <a:latin typeface="+mn-lt"/>
                          <a:ea typeface="+mn-ea"/>
                          <a:cs typeface="+mn-cs"/>
                          <a:hlinkClick r:id="rId8"/>
                        </a:rPr>
                        <a:t>update_params.csh</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2243910562"/>
                  </a:ext>
                </a:extLst>
              </a:tr>
              <a:tr h="313103">
                <a:tc>
                  <a:txBody>
                    <a:bodyPr/>
                    <a:lstStyle/>
                    <a:p>
                      <a:r>
                        <a:rPr lang="en-US" sz="1400" b="0" i="0" kern="1200" err="1">
                          <a:solidFill>
                            <a:schemeClr val="dk1"/>
                          </a:solidFill>
                          <a:effectLst/>
                          <a:latin typeface="+mn-lt"/>
                          <a:ea typeface="+mn-ea"/>
                          <a:cs typeface="+mn-cs"/>
                          <a:hlinkClick r:id="rId9"/>
                        </a:rPr>
                        <a:t>tb_gen.csh</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2788890699"/>
                  </a:ext>
                </a:extLst>
              </a:tr>
              <a:tr h="346187">
                <a:tc>
                  <a:txBody>
                    <a:bodyPr/>
                    <a:lstStyle/>
                    <a:p>
                      <a:r>
                        <a:rPr lang="en-US" sz="1400" b="0" i="0" kern="1200" err="1">
                          <a:solidFill>
                            <a:schemeClr val="dk1"/>
                          </a:solidFill>
                          <a:effectLst/>
                          <a:latin typeface="+mn-lt"/>
                          <a:ea typeface="+mn-ea"/>
                          <a:cs typeface="+mn-cs"/>
                          <a:hlinkClick r:id="rId10"/>
                        </a:rPr>
                        <a:t>tb_make.csh</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4193437821"/>
                  </a:ext>
                </a:extLst>
              </a:tr>
              <a:tr h="313103">
                <a:tc>
                  <a:txBody>
                    <a:bodyPr/>
                    <a:lstStyle/>
                    <a:p>
                      <a:r>
                        <a:rPr lang="en-US" sz="1400" b="0" i="0" kern="1200" err="1">
                          <a:solidFill>
                            <a:schemeClr val="dk1"/>
                          </a:solidFill>
                          <a:effectLst/>
                          <a:latin typeface="+mn-lt"/>
                          <a:ea typeface="+mn-ea"/>
                          <a:cs typeface="+mn-cs"/>
                          <a:hlinkClick r:id="rId11"/>
                        </a:rPr>
                        <a:t>tb_overwriteCommand.csh</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2056640400"/>
                  </a:ext>
                </a:extLst>
              </a:tr>
              <a:tr h="313103">
                <a:tc>
                  <a:txBody>
                    <a:bodyPr/>
                    <a:lstStyle/>
                    <a:p>
                      <a:r>
                        <a:rPr lang="en-US" sz="1400" b="0" i="0" kern="1200" err="1">
                          <a:solidFill>
                            <a:schemeClr val="dk1"/>
                          </a:solidFill>
                          <a:effectLst/>
                          <a:latin typeface="+mn-lt"/>
                          <a:ea typeface="+mn-ea"/>
                          <a:cs typeface="+mn-cs"/>
                          <a:hlinkClick r:id="rId12"/>
                        </a:rPr>
                        <a:t>rerun_target.csh</a:t>
                      </a:r>
                      <a:endParaRPr lang="en-US" sz="1400" b="0" i="0" kern="120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4034001353"/>
                  </a:ext>
                </a:extLst>
              </a:tr>
              <a:tr h="313103">
                <a:tc>
                  <a:txBody>
                    <a:bodyPr/>
                    <a:lstStyle/>
                    <a:p>
                      <a:r>
                        <a:rPr lang="en-US" sz="1400" b="0" i="0" kern="1200" err="1">
                          <a:solidFill>
                            <a:schemeClr val="dk1"/>
                          </a:solidFill>
                          <a:effectLst/>
                          <a:latin typeface="+mn-lt"/>
                          <a:ea typeface="+mn-ea"/>
                          <a:cs typeface="+mn-cs"/>
                          <a:hlinkClick r:id="rId13"/>
                        </a:rPr>
                        <a:t>restart_TB.csh</a:t>
                      </a:r>
                      <a:endParaRPr lang="en-US" sz="1400" b="0" i="0" kern="120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423732292"/>
                  </a:ext>
                </a:extLst>
              </a:tr>
              <a:tr h="313103">
                <a:tc>
                  <a:txBody>
                    <a:bodyPr/>
                    <a:lstStyle/>
                    <a:p>
                      <a:r>
                        <a:rPr lang="en-US" sz="1400" b="0" i="0" kern="1200" err="1">
                          <a:solidFill>
                            <a:schemeClr val="dk1"/>
                          </a:solidFill>
                          <a:effectLst/>
                          <a:latin typeface="+mn-lt"/>
                          <a:ea typeface="+mn-ea"/>
                          <a:cs typeface="+mn-cs"/>
                          <a:hlinkClick r:id="rId14"/>
                        </a:rPr>
                        <a:t>kill_jobs.csh</a:t>
                      </a:r>
                      <a:endParaRPr lang="en-US" sz="1400" b="0" i="0" kern="120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1646380823"/>
                  </a:ext>
                </a:extLst>
              </a:tr>
              <a:tr h="313103">
                <a:tc>
                  <a:txBody>
                    <a:bodyPr/>
                    <a:lstStyle/>
                    <a:p>
                      <a:r>
                        <a:rPr lang="en-US" sz="1400" b="0" i="0" kern="1200" err="1">
                          <a:solidFill>
                            <a:schemeClr val="dk1"/>
                          </a:solidFill>
                          <a:effectLst/>
                          <a:latin typeface="+mn-lt"/>
                          <a:ea typeface="+mn-ea"/>
                          <a:cs typeface="+mn-cs"/>
                          <a:hlinkClick r:id="rId15"/>
                        </a:rPr>
                        <a:t>show_jobs.csh</a:t>
                      </a:r>
                      <a:endParaRPr lang="en-US" sz="1400" b="0" i="0" kern="120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1561789907"/>
                  </a:ext>
                </a:extLst>
              </a:tr>
            </a:tbl>
          </a:graphicData>
        </a:graphic>
      </p:graphicFrame>
    </p:spTree>
    <p:extLst>
      <p:ext uri="{BB962C8B-B14F-4D97-AF65-F5344CB8AC3E}">
        <p14:creationId xmlns:p14="http://schemas.microsoft.com/office/powerpoint/2010/main" val="66356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7CCB69-27FB-82A6-FAB2-AAAB5BF7BE58}"/>
              </a:ext>
            </a:extLst>
          </p:cNvPr>
          <p:cNvSpPr txBox="1"/>
          <p:nvPr/>
        </p:nvSpPr>
        <p:spPr>
          <a:xfrm>
            <a:off x="92345" y="302339"/>
            <a:ext cx="4531026" cy="461665"/>
          </a:xfrm>
          <a:prstGeom prst="rect">
            <a:avLst/>
          </a:prstGeom>
          <a:noFill/>
        </p:spPr>
        <p:txBody>
          <a:bodyPr wrap="square" rtlCol="0">
            <a:spAutoFit/>
          </a:bodyPr>
          <a:lstStyle/>
          <a:p>
            <a:r>
              <a:rPr lang="en-US" sz="2400"/>
              <a:t>Common Script</a:t>
            </a:r>
          </a:p>
        </p:txBody>
      </p:sp>
      <p:sp>
        <p:nvSpPr>
          <p:cNvPr id="7" name="TextBox 6">
            <a:extLst>
              <a:ext uri="{FF2B5EF4-FFF2-40B4-BE49-F238E27FC236}">
                <a16:creationId xmlns:a16="http://schemas.microsoft.com/office/drawing/2014/main" id="{89A61D5B-0276-CAAE-2E0D-C49C0932F1D4}"/>
              </a:ext>
            </a:extLst>
          </p:cNvPr>
          <p:cNvSpPr txBox="1"/>
          <p:nvPr/>
        </p:nvSpPr>
        <p:spPr>
          <a:xfrm>
            <a:off x="205483" y="894121"/>
            <a:ext cx="11476234" cy="646331"/>
          </a:xfrm>
          <a:prstGeom prst="rect">
            <a:avLst/>
          </a:prstGeom>
          <a:noFill/>
        </p:spPr>
        <p:txBody>
          <a:bodyPr wrap="square" rtlCol="0">
            <a:spAutoFit/>
          </a:bodyPr>
          <a:lstStyle/>
          <a:p>
            <a:pPr marL="285750" indent="-285750">
              <a:buFont typeface="Wingdings" panose="05000000000000000000" pitchFamily="2" charset="2"/>
              <a:buChar char="Ø"/>
            </a:pPr>
            <a:r>
              <a:rPr lang="en-US" altLang="zh-CN"/>
              <a:t>Some scripts are common among different function.</a:t>
            </a:r>
          </a:p>
          <a:p>
            <a:pPr marL="742950" lvl="1" indent="-285750">
              <a:buFont typeface="Wingdings" panose="05000000000000000000" pitchFamily="2" charset="2"/>
              <a:buChar char="Ø"/>
            </a:pPr>
            <a:endParaRPr lang="en-US" altLang="zh-CN"/>
          </a:p>
        </p:txBody>
      </p:sp>
      <p:graphicFrame>
        <p:nvGraphicFramePr>
          <p:cNvPr id="3" name="Table 2">
            <a:extLst>
              <a:ext uri="{FF2B5EF4-FFF2-40B4-BE49-F238E27FC236}">
                <a16:creationId xmlns:a16="http://schemas.microsoft.com/office/drawing/2014/main" id="{B6B856A3-2A9C-759F-D62A-41C2A926CC0B}"/>
              </a:ext>
            </a:extLst>
          </p:cNvPr>
          <p:cNvGraphicFramePr>
            <a:graphicFrameLocks noGrp="1"/>
          </p:cNvGraphicFramePr>
          <p:nvPr>
            <p:extLst>
              <p:ext uri="{D42A27DB-BD31-4B8C-83A1-F6EECF244321}">
                <p14:modId xmlns:p14="http://schemas.microsoft.com/office/powerpoint/2010/main" val="798015611"/>
              </p:ext>
            </p:extLst>
          </p:nvPr>
        </p:nvGraphicFramePr>
        <p:xfrm>
          <a:off x="510283" y="1388010"/>
          <a:ext cx="10582260" cy="4558363"/>
        </p:xfrm>
        <a:graphic>
          <a:graphicData uri="http://schemas.openxmlformats.org/drawingml/2006/table">
            <a:tbl>
              <a:tblPr firstRow="1" bandRow="1">
                <a:tableStyleId>{5C22544A-7EE6-4342-B048-85BDC9FD1C3A}</a:tableStyleId>
              </a:tblPr>
              <a:tblGrid>
                <a:gridCol w="3391992">
                  <a:extLst>
                    <a:ext uri="{9D8B030D-6E8A-4147-A177-3AD203B41FA5}">
                      <a16:colId xmlns:a16="http://schemas.microsoft.com/office/drawing/2014/main" val="1959425665"/>
                    </a:ext>
                  </a:extLst>
                </a:gridCol>
                <a:gridCol w="1899138">
                  <a:extLst>
                    <a:ext uri="{9D8B030D-6E8A-4147-A177-3AD203B41FA5}">
                      <a16:colId xmlns:a16="http://schemas.microsoft.com/office/drawing/2014/main" val="1037168474"/>
                    </a:ext>
                  </a:extLst>
                </a:gridCol>
                <a:gridCol w="2645565">
                  <a:extLst>
                    <a:ext uri="{9D8B030D-6E8A-4147-A177-3AD203B41FA5}">
                      <a16:colId xmlns:a16="http://schemas.microsoft.com/office/drawing/2014/main" val="2218219451"/>
                    </a:ext>
                  </a:extLst>
                </a:gridCol>
                <a:gridCol w="2645565">
                  <a:extLst>
                    <a:ext uri="{9D8B030D-6E8A-4147-A177-3AD203B41FA5}">
                      <a16:colId xmlns:a16="http://schemas.microsoft.com/office/drawing/2014/main" val="878304667"/>
                    </a:ext>
                  </a:extLst>
                </a:gridCol>
              </a:tblGrid>
              <a:tr h="313103">
                <a:tc>
                  <a:txBody>
                    <a:bodyPr/>
                    <a:lstStyle/>
                    <a:p>
                      <a:endParaRPr lang="en-US"/>
                    </a:p>
                  </a:txBody>
                  <a:tcPr/>
                </a:tc>
                <a:tc>
                  <a:txBody>
                    <a:bodyPr/>
                    <a:lstStyle/>
                    <a:p>
                      <a:r>
                        <a:rPr lang="en-US"/>
                        <a:t>Tile</a:t>
                      </a:r>
                    </a:p>
                  </a:txBody>
                  <a:tcPr/>
                </a:tc>
                <a:tc>
                  <a:txBody>
                    <a:bodyPr/>
                    <a:lstStyle/>
                    <a:p>
                      <a:r>
                        <a:rPr lang="en-US"/>
                        <a:t>FCT</a:t>
                      </a:r>
                    </a:p>
                  </a:txBody>
                  <a:tcPr/>
                </a:tc>
                <a:tc>
                  <a:txBody>
                    <a:bodyPr/>
                    <a:lstStyle/>
                    <a:p>
                      <a:r>
                        <a:rPr lang="en-US"/>
                        <a:t>EMIR</a:t>
                      </a:r>
                    </a:p>
                  </a:txBody>
                  <a:tcPr/>
                </a:tc>
                <a:extLst>
                  <a:ext uri="{0D108BD9-81ED-4DB2-BD59-A6C34878D82A}">
                    <a16:rowId xmlns:a16="http://schemas.microsoft.com/office/drawing/2014/main" val="3305571419"/>
                  </a:ext>
                </a:extLst>
              </a:tr>
              <a:tr h="346187">
                <a:tc>
                  <a:txBody>
                    <a:bodyPr/>
                    <a:lstStyle/>
                    <a:p>
                      <a:r>
                        <a:rPr lang="en-US" sz="1400" b="0" i="0" kern="1200" err="1">
                          <a:solidFill>
                            <a:schemeClr val="dk1"/>
                          </a:solidFill>
                          <a:effectLst/>
                          <a:latin typeface="+mn-lt"/>
                          <a:ea typeface="+mn-ea"/>
                          <a:cs typeface="+mn-cs"/>
                          <a:hlinkClick r:id="rId2"/>
                        </a:rPr>
                        <a:t>monitor_run.csh</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819856479"/>
                  </a:ext>
                </a:extLst>
              </a:tr>
              <a:tr h="313103">
                <a:tc>
                  <a:txBody>
                    <a:bodyPr/>
                    <a:lstStyle/>
                    <a:p>
                      <a:r>
                        <a:rPr lang="en-US" sz="1400" b="0" i="0" kern="1200" err="1">
                          <a:solidFill>
                            <a:schemeClr val="dk1"/>
                          </a:solidFill>
                          <a:effectLst/>
                          <a:latin typeface="+mn-lt"/>
                          <a:ea typeface="+mn-ea"/>
                          <a:cs typeface="+mn-cs"/>
                          <a:hlinkClick r:id="rId3"/>
                        </a:rPr>
                        <a:t>forget_monitor_run.csh</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1708239298"/>
                  </a:ext>
                </a:extLst>
              </a:tr>
              <a:tr h="443563">
                <a:tc>
                  <a:txBody>
                    <a:bodyPr/>
                    <a:lstStyle/>
                    <a:p>
                      <a:r>
                        <a:rPr lang="en-US" sz="1400" b="0" i="0" kern="1200" err="1">
                          <a:solidFill>
                            <a:schemeClr val="dk1"/>
                          </a:solidFill>
                          <a:effectLst/>
                          <a:latin typeface="+mn-lt"/>
                          <a:ea typeface="+mn-ea"/>
                          <a:cs typeface="+mn-cs"/>
                          <a:hlinkClick r:id="rId4"/>
                        </a:rPr>
                        <a:t>show_dir_tree.csh</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1423664475"/>
                  </a:ext>
                </a:extLst>
              </a:tr>
              <a:tr h="3461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err="1">
                          <a:solidFill>
                            <a:schemeClr val="dk1"/>
                          </a:solidFill>
                          <a:effectLst/>
                          <a:latin typeface="+mn-lt"/>
                          <a:ea typeface="+mn-ea"/>
                          <a:cs typeface="+mn-cs"/>
                          <a:hlinkClick r:id="rId5"/>
                        </a:rPr>
                        <a:t>remove_dir.csh</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2243910562"/>
                  </a:ext>
                </a:extLst>
              </a:tr>
              <a:tr h="313103">
                <a:tc>
                  <a:txBody>
                    <a:bodyPr/>
                    <a:lstStyle/>
                    <a:p>
                      <a:r>
                        <a:rPr lang="en-US" sz="1400" b="0" i="0" kern="1200" err="1">
                          <a:solidFill>
                            <a:schemeClr val="dk1"/>
                          </a:solidFill>
                          <a:effectLst/>
                          <a:latin typeface="+mn-lt"/>
                          <a:ea typeface="+mn-ea"/>
                          <a:cs typeface="+mn-cs"/>
                          <a:hlinkClick r:id="rId6"/>
                        </a:rPr>
                        <a:t>update_argument.csh</a:t>
                      </a:r>
                      <a:endParaRPr lang="en-US" sz="1400" b="0" i="0" kern="1200">
                        <a:solidFill>
                          <a:schemeClr val="dk1"/>
                        </a:solidFill>
                        <a:effectLst/>
                        <a:latin typeface="+mn-lt"/>
                        <a:ea typeface="+mn-ea"/>
                        <a:cs typeface="+mn-cs"/>
                      </a:endParaRPr>
                    </a:p>
                    <a:p>
                      <a:r>
                        <a:rPr lang="en-US" sz="1400" b="0" i="0" kern="1200">
                          <a:solidFill>
                            <a:schemeClr val="dk1"/>
                          </a:solidFill>
                          <a:effectLst/>
                          <a:latin typeface="+mn-lt"/>
                          <a:ea typeface="+mn-ea"/>
                          <a:cs typeface="+mn-cs"/>
                          <a:hlinkClick r:id="rId7"/>
                        </a:rPr>
                        <a:t>update_argument.py</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2788890699"/>
                  </a:ext>
                </a:extLst>
              </a:tr>
              <a:tr h="346187">
                <a:tc>
                  <a:txBody>
                    <a:bodyPr/>
                    <a:lstStyle/>
                    <a:p>
                      <a:r>
                        <a:rPr lang="en-US" sz="1400" err="1">
                          <a:hlinkClick r:id="rId8"/>
                        </a:rPr>
                        <a:t>gen_mail_index.csh</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4193437821"/>
                  </a:ext>
                </a:extLst>
              </a:tr>
              <a:tr h="313103">
                <a:tc>
                  <a:txBody>
                    <a:bodyPr/>
                    <a:lstStyle/>
                    <a:p>
                      <a:r>
                        <a:rPr lang="en-US" sz="1400" err="1">
                          <a:hlinkClick r:id="rId9"/>
                        </a:rPr>
                        <a:t>check_csv.csh</a:t>
                      </a:r>
                      <a:endParaRPr lang="en-US" sz="140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a:hlinkClick r:id="rId10"/>
                        </a:rPr>
                        <a:t>check_csv.</a:t>
                      </a:r>
                      <a:r>
                        <a:rPr lang="en-US" altLang="zh-CN" sz="1400">
                          <a:hlinkClick r:id="rId10"/>
                        </a:rPr>
                        <a:t>py</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2056640400"/>
                  </a:ext>
                </a:extLst>
              </a:tr>
              <a:tr h="313103">
                <a:tc>
                  <a:txBody>
                    <a:bodyPr/>
                    <a:lstStyle/>
                    <a:p>
                      <a:r>
                        <a:rPr lang="en-US" sz="1400" err="1">
                          <a:hlinkClick r:id="rId11"/>
                        </a:rPr>
                        <a:t>greeting.csh</a:t>
                      </a:r>
                      <a:endParaRPr lang="en-US" sz="1400" b="0" i="0" kern="120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4034001353"/>
                  </a:ext>
                </a:extLst>
              </a:tr>
              <a:tr h="313103">
                <a:tc>
                  <a:txBody>
                    <a:bodyPr/>
                    <a:lstStyle/>
                    <a:p>
                      <a:r>
                        <a:rPr lang="en-US" sz="1400">
                          <a:hlinkClick r:id="rId12"/>
                        </a:rPr>
                        <a:t>command.csv</a:t>
                      </a:r>
                      <a:endParaRPr lang="en-US" sz="1400" b="0" i="0" kern="120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423732292"/>
                  </a:ext>
                </a:extLst>
              </a:tr>
              <a:tr h="313103">
                <a:tc>
                  <a:txBody>
                    <a:bodyPr/>
                    <a:lstStyle/>
                    <a:p>
                      <a:r>
                        <a:rPr lang="en-US" sz="1400" b="0" i="0" kern="1200" err="1">
                          <a:solidFill>
                            <a:schemeClr val="dk1"/>
                          </a:solidFill>
                          <a:effectLst/>
                          <a:latin typeface="+mn-lt"/>
                          <a:ea typeface="+mn-ea"/>
                          <a:cs typeface="+mn-cs"/>
                          <a:hlinkClick r:id="rId13"/>
                        </a:rPr>
                        <a:t>updateTask.csh</a:t>
                      </a:r>
                      <a:endParaRPr lang="en-US" sz="1400" b="0" i="0" kern="1200">
                        <a:solidFill>
                          <a:schemeClr val="dk1"/>
                        </a:solidFill>
                        <a:effectLst/>
                        <a:latin typeface="+mn-lt"/>
                        <a:ea typeface="+mn-ea"/>
                        <a:cs typeface="+mn-cs"/>
                      </a:endParaRPr>
                    </a:p>
                    <a:p>
                      <a:r>
                        <a:rPr lang="en-US" sz="1400" b="0" i="0" kern="1200">
                          <a:solidFill>
                            <a:schemeClr val="dk1"/>
                          </a:solidFill>
                          <a:effectLst/>
                          <a:latin typeface="+mn-lt"/>
                          <a:ea typeface="+mn-ea"/>
                          <a:cs typeface="+mn-cs"/>
                          <a:hlinkClick r:id="rId14"/>
                        </a:rPr>
                        <a:t>updateTask.py</a:t>
                      </a:r>
                      <a:endParaRPr lang="en-US" sz="1400" b="0" i="0" kern="120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1561789907"/>
                  </a:ext>
                </a:extLst>
              </a:tr>
            </a:tbl>
          </a:graphicData>
        </a:graphic>
      </p:graphicFrame>
    </p:spTree>
    <p:extLst>
      <p:ext uri="{BB962C8B-B14F-4D97-AF65-F5344CB8AC3E}">
        <p14:creationId xmlns:p14="http://schemas.microsoft.com/office/powerpoint/2010/main" val="1399658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7CCB69-27FB-82A6-FAB2-AAAB5BF7BE58}"/>
              </a:ext>
            </a:extLst>
          </p:cNvPr>
          <p:cNvSpPr txBox="1"/>
          <p:nvPr/>
        </p:nvSpPr>
        <p:spPr>
          <a:xfrm>
            <a:off x="92345" y="302339"/>
            <a:ext cx="4531026" cy="461665"/>
          </a:xfrm>
          <a:prstGeom prst="rect">
            <a:avLst/>
          </a:prstGeom>
          <a:noFill/>
        </p:spPr>
        <p:txBody>
          <a:bodyPr wrap="square" rtlCol="0">
            <a:spAutoFit/>
          </a:bodyPr>
          <a:lstStyle/>
          <a:p>
            <a:r>
              <a:rPr lang="en-US" sz="2400"/>
              <a:t>Common Script</a:t>
            </a:r>
          </a:p>
        </p:txBody>
      </p:sp>
      <p:sp>
        <p:nvSpPr>
          <p:cNvPr id="7" name="TextBox 6">
            <a:extLst>
              <a:ext uri="{FF2B5EF4-FFF2-40B4-BE49-F238E27FC236}">
                <a16:creationId xmlns:a16="http://schemas.microsoft.com/office/drawing/2014/main" id="{89A61D5B-0276-CAAE-2E0D-C49C0932F1D4}"/>
              </a:ext>
            </a:extLst>
          </p:cNvPr>
          <p:cNvSpPr txBox="1"/>
          <p:nvPr/>
        </p:nvSpPr>
        <p:spPr>
          <a:xfrm>
            <a:off x="205483" y="894121"/>
            <a:ext cx="11476234" cy="646331"/>
          </a:xfrm>
          <a:prstGeom prst="rect">
            <a:avLst/>
          </a:prstGeom>
          <a:noFill/>
        </p:spPr>
        <p:txBody>
          <a:bodyPr wrap="square" rtlCol="0">
            <a:spAutoFit/>
          </a:bodyPr>
          <a:lstStyle/>
          <a:p>
            <a:pPr marL="285750" indent="-285750">
              <a:buFont typeface="Wingdings" panose="05000000000000000000" pitchFamily="2" charset="2"/>
              <a:buChar char="Ø"/>
            </a:pPr>
            <a:r>
              <a:rPr lang="en-US" altLang="zh-CN"/>
              <a:t>Some scripts are common among different function.</a:t>
            </a:r>
          </a:p>
          <a:p>
            <a:pPr marL="742950" lvl="1" indent="-285750">
              <a:buFont typeface="Wingdings" panose="05000000000000000000" pitchFamily="2" charset="2"/>
              <a:buChar char="Ø"/>
            </a:pPr>
            <a:endParaRPr lang="en-US" altLang="zh-CN"/>
          </a:p>
        </p:txBody>
      </p:sp>
      <p:graphicFrame>
        <p:nvGraphicFramePr>
          <p:cNvPr id="3" name="Table 2">
            <a:extLst>
              <a:ext uri="{FF2B5EF4-FFF2-40B4-BE49-F238E27FC236}">
                <a16:creationId xmlns:a16="http://schemas.microsoft.com/office/drawing/2014/main" id="{B6B856A3-2A9C-759F-D62A-41C2A926CC0B}"/>
              </a:ext>
            </a:extLst>
          </p:cNvPr>
          <p:cNvGraphicFramePr>
            <a:graphicFrameLocks noGrp="1"/>
          </p:cNvGraphicFramePr>
          <p:nvPr>
            <p:extLst>
              <p:ext uri="{D42A27DB-BD31-4B8C-83A1-F6EECF244321}">
                <p14:modId xmlns:p14="http://schemas.microsoft.com/office/powerpoint/2010/main" val="1328024613"/>
              </p:ext>
            </p:extLst>
          </p:nvPr>
        </p:nvGraphicFramePr>
        <p:xfrm>
          <a:off x="510283" y="1388010"/>
          <a:ext cx="10582260" cy="4619323"/>
        </p:xfrm>
        <a:graphic>
          <a:graphicData uri="http://schemas.openxmlformats.org/drawingml/2006/table">
            <a:tbl>
              <a:tblPr firstRow="1" bandRow="1">
                <a:tableStyleId>{5C22544A-7EE6-4342-B048-85BDC9FD1C3A}</a:tableStyleId>
              </a:tblPr>
              <a:tblGrid>
                <a:gridCol w="3391992">
                  <a:extLst>
                    <a:ext uri="{9D8B030D-6E8A-4147-A177-3AD203B41FA5}">
                      <a16:colId xmlns:a16="http://schemas.microsoft.com/office/drawing/2014/main" val="1959425665"/>
                    </a:ext>
                  </a:extLst>
                </a:gridCol>
                <a:gridCol w="1899138">
                  <a:extLst>
                    <a:ext uri="{9D8B030D-6E8A-4147-A177-3AD203B41FA5}">
                      <a16:colId xmlns:a16="http://schemas.microsoft.com/office/drawing/2014/main" val="1037168474"/>
                    </a:ext>
                  </a:extLst>
                </a:gridCol>
                <a:gridCol w="2645565">
                  <a:extLst>
                    <a:ext uri="{9D8B030D-6E8A-4147-A177-3AD203B41FA5}">
                      <a16:colId xmlns:a16="http://schemas.microsoft.com/office/drawing/2014/main" val="2218219451"/>
                    </a:ext>
                  </a:extLst>
                </a:gridCol>
                <a:gridCol w="2645565">
                  <a:extLst>
                    <a:ext uri="{9D8B030D-6E8A-4147-A177-3AD203B41FA5}">
                      <a16:colId xmlns:a16="http://schemas.microsoft.com/office/drawing/2014/main" val="878304667"/>
                    </a:ext>
                  </a:extLst>
                </a:gridCol>
              </a:tblGrid>
              <a:tr h="313103">
                <a:tc>
                  <a:txBody>
                    <a:bodyPr/>
                    <a:lstStyle/>
                    <a:p>
                      <a:endParaRPr lang="en-US"/>
                    </a:p>
                  </a:txBody>
                  <a:tcPr/>
                </a:tc>
                <a:tc>
                  <a:txBody>
                    <a:bodyPr/>
                    <a:lstStyle/>
                    <a:p>
                      <a:r>
                        <a:rPr lang="en-US"/>
                        <a:t>Tile</a:t>
                      </a:r>
                    </a:p>
                  </a:txBody>
                  <a:tcPr/>
                </a:tc>
                <a:tc>
                  <a:txBody>
                    <a:bodyPr/>
                    <a:lstStyle/>
                    <a:p>
                      <a:r>
                        <a:rPr lang="en-US"/>
                        <a:t>FCT</a:t>
                      </a:r>
                    </a:p>
                  </a:txBody>
                  <a:tcPr/>
                </a:tc>
                <a:tc>
                  <a:txBody>
                    <a:bodyPr/>
                    <a:lstStyle/>
                    <a:p>
                      <a:r>
                        <a:rPr lang="en-US"/>
                        <a:t>EMIR</a:t>
                      </a:r>
                    </a:p>
                  </a:txBody>
                  <a:tcPr/>
                </a:tc>
                <a:extLst>
                  <a:ext uri="{0D108BD9-81ED-4DB2-BD59-A6C34878D82A}">
                    <a16:rowId xmlns:a16="http://schemas.microsoft.com/office/drawing/2014/main" val="3305571419"/>
                  </a:ext>
                </a:extLst>
              </a:tr>
              <a:tr h="3461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err="1">
                          <a:solidFill>
                            <a:schemeClr val="dk1"/>
                          </a:solidFill>
                          <a:effectLst/>
                          <a:latin typeface="+mn-lt"/>
                          <a:ea typeface="+mn-ea"/>
                          <a:cs typeface="+mn-cs"/>
                          <a:hlinkClick r:id="rId2"/>
                        </a:rPr>
                        <a:t>unrecognized_instruction.csh</a:t>
                      </a:r>
                      <a:endParaRPr lang="en-US" sz="1400" b="0" i="0" kern="120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819856479"/>
                  </a:ext>
                </a:extLst>
              </a:tr>
              <a:tr h="313103">
                <a:tc>
                  <a:txBody>
                    <a:bodyPr/>
                    <a:lstStyle/>
                    <a:p>
                      <a:r>
                        <a:rPr lang="en-US" sz="1400" err="1">
                          <a:hlinkClick r:id="rId3"/>
                        </a:rPr>
                        <a:t>report_flowIssue_core.csh</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1708239298"/>
                  </a:ext>
                </a:extLst>
              </a:tr>
              <a:tr h="443563">
                <a:tc>
                  <a:txBody>
                    <a:bodyPr/>
                    <a:lstStyle/>
                    <a:p>
                      <a:r>
                        <a:rPr lang="en-US" sz="1400" err="1">
                          <a:hlinkClick r:id="rId4"/>
                        </a:rPr>
                        <a:t>report_runProgress_core.csh</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1423664475"/>
                  </a:ext>
                </a:extLst>
              </a:tr>
              <a:tr h="3461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err="1">
                          <a:hlinkClick r:id="rId5"/>
                        </a:rPr>
                        <a:t>alertDisk.csh</a:t>
                      </a:r>
                      <a:r>
                        <a:rPr lang="en-US" sz="1400">
                          <a:hlinkClick r:id="rId5"/>
                        </a:rPr>
                        <a:t> </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2243910562"/>
                  </a:ext>
                </a:extLst>
              </a:tr>
              <a:tr h="313103">
                <a:tc>
                  <a:txBody>
                    <a:bodyPr/>
                    <a:lstStyle/>
                    <a:p>
                      <a:r>
                        <a:rPr lang="en-US" altLang="zh-CN" sz="1400" err="1">
                          <a:hlinkClick r:id="rId6"/>
                        </a:rPr>
                        <a:t>list_instruction.csh</a:t>
                      </a:r>
                      <a:endParaRPr lang="en-US" altLang="zh-CN" sz="1400"/>
                    </a:p>
                    <a:p>
                      <a:r>
                        <a:rPr lang="en-US" sz="1400">
                          <a:hlinkClick r:id="rId7"/>
                        </a:rPr>
                        <a:t>csv2html.py</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ym typeface="Wingdings 2" panose="05020102010507070707" pitchFamily="18" charset="2"/>
                        </a:rPr>
                        <a:t></a:t>
                      </a:r>
                      <a:endParaRPr lang="en-US"/>
                    </a:p>
                  </a:txBody>
                  <a:tcPr/>
                </a:tc>
                <a:extLst>
                  <a:ext uri="{0D108BD9-81ED-4DB2-BD59-A6C34878D82A}">
                    <a16:rowId xmlns:a16="http://schemas.microsoft.com/office/drawing/2014/main" val="2788890699"/>
                  </a:ext>
                </a:extLst>
              </a:tr>
              <a:tr h="346187">
                <a:tc>
                  <a:txBody>
                    <a:bodyPr/>
                    <a:lstStyle/>
                    <a:p>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4193437821"/>
                  </a:ext>
                </a:extLst>
              </a:tr>
              <a:tr h="313103">
                <a:tc>
                  <a:txBody>
                    <a:bodyPr/>
                    <a:lstStyle/>
                    <a:p>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2056640400"/>
                  </a:ext>
                </a:extLst>
              </a:tr>
              <a:tr h="313103">
                <a:tc>
                  <a:txBody>
                    <a:bodyPr/>
                    <a:lstStyle/>
                    <a:p>
                      <a:endParaRPr lang="en-US" sz="1400" b="0" i="0" kern="120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4034001353"/>
                  </a:ext>
                </a:extLst>
              </a:tr>
              <a:tr h="313103">
                <a:tc>
                  <a:txBody>
                    <a:bodyPr/>
                    <a:lstStyle/>
                    <a:p>
                      <a:endParaRPr lang="en-US" sz="1400" b="0" i="0" kern="120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423732292"/>
                  </a:ext>
                </a:extLst>
              </a:tr>
              <a:tr h="313103">
                <a:tc>
                  <a:txBody>
                    <a:bodyPr/>
                    <a:lstStyle/>
                    <a:p>
                      <a:endParaRPr lang="en-US" sz="1400" b="0" i="0" kern="120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1646380823"/>
                  </a:ext>
                </a:extLst>
              </a:tr>
              <a:tr h="313103">
                <a:tc>
                  <a:txBody>
                    <a:bodyPr/>
                    <a:lstStyle/>
                    <a:p>
                      <a:endParaRPr lang="en-US" sz="1400" b="0" i="0" kern="120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1561789907"/>
                  </a:ext>
                </a:extLst>
              </a:tr>
            </a:tbl>
          </a:graphicData>
        </a:graphic>
      </p:graphicFrame>
    </p:spTree>
    <p:extLst>
      <p:ext uri="{BB962C8B-B14F-4D97-AF65-F5344CB8AC3E}">
        <p14:creationId xmlns:p14="http://schemas.microsoft.com/office/powerpoint/2010/main" val="3913767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7CCB69-27FB-82A6-FAB2-AAAB5BF7BE58}"/>
              </a:ext>
            </a:extLst>
          </p:cNvPr>
          <p:cNvSpPr txBox="1"/>
          <p:nvPr/>
        </p:nvSpPr>
        <p:spPr>
          <a:xfrm>
            <a:off x="92345" y="302339"/>
            <a:ext cx="4531026" cy="461665"/>
          </a:xfrm>
          <a:prstGeom prst="rect">
            <a:avLst/>
          </a:prstGeom>
          <a:noFill/>
        </p:spPr>
        <p:txBody>
          <a:bodyPr wrap="square" rtlCol="0">
            <a:spAutoFit/>
          </a:bodyPr>
          <a:lstStyle/>
          <a:p>
            <a:r>
              <a:rPr lang="en-US" sz="2400"/>
              <a:t>Override Script</a:t>
            </a:r>
          </a:p>
        </p:txBody>
      </p:sp>
      <p:sp>
        <p:nvSpPr>
          <p:cNvPr id="7" name="TextBox 6">
            <a:extLst>
              <a:ext uri="{FF2B5EF4-FFF2-40B4-BE49-F238E27FC236}">
                <a16:creationId xmlns:a16="http://schemas.microsoft.com/office/drawing/2014/main" id="{89A61D5B-0276-CAAE-2E0D-C49C0932F1D4}"/>
              </a:ext>
            </a:extLst>
          </p:cNvPr>
          <p:cNvSpPr txBox="1"/>
          <p:nvPr/>
        </p:nvSpPr>
        <p:spPr>
          <a:xfrm>
            <a:off x="205483" y="894121"/>
            <a:ext cx="11476234" cy="646331"/>
          </a:xfrm>
          <a:prstGeom prst="rect">
            <a:avLst/>
          </a:prstGeom>
          <a:noFill/>
        </p:spPr>
        <p:txBody>
          <a:bodyPr wrap="square" rtlCol="0">
            <a:spAutoFit/>
          </a:bodyPr>
          <a:lstStyle/>
          <a:p>
            <a:pPr marL="285750" indent="-285750">
              <a:buFont typeface="Wingdings" panose="05000000000000000000" pitchFamily="2" charset="2"/>
              <a:buChar char="Ø"/>
            </a:pPr>
            <a:r>
              <a:rPr lang="en-US" altLang="zh-CN"/>
              <a:t>Override script means the script name is same and called by common script, but will be re-written per function</a:t>
            </a:r>
          </a:p>
          <a:p>
            <a:pPr marL="742950" lvl="1" indent="-285750">
              <a:buFont typeface="Wingdings" panose="05000000000000000000" pitchFamily="2" charset="2"/>
              <a:buChar char="Ø"/>
            </a:pPr>
            <a:endParaRPr lang="en-US" altLang="zh-CN"/>
          </a:p>
        </p:txBody>
      </p:sp>
      <p:graphicFrame>
        <p:nvGraphicFramePr>
          <p:cNvPr id="3" name="Table 2">
            <a:extLst>
              <a:ext uri="{FF2B5EF4-FFF2-40B4-BE49-F238E27FC236}">
                <a16:creationId xmlns:a16="http://schemas.microsoft.com/office/drawing/2014/main" id="{B6B856A3-2A9C-759F-D62A-41C2A926CC0B}"/>
              </a:ext>
            </a:extLst>
          </p:cNvPr>
          <p:cNvGraphicFramePr>
            <a:graphicFrameLocks noGrp="1"/>
          </p:cNvGraphicFramePr>
          <p:nvPr>
            <p:extLst>
              <p:ext uri="{D42A27DB-BD31-4B8C-83A1-F6EECF244321}">
                <p14:modId xmlns:p14="http://schemas.microsoft.com/office/powerpoint/2010/main" val="3627673426"/>
              </p:ext>
            </p:extLst>
          </p:nvPr>
        </p:nvGraphicFramePr>
        <p:xfrm>
          <a:off x="510283" y="1496956"/>
          <a:ext cx="10582260" cy="3308683"/>
        </p:xfrm>
        <a:graphic>
          <a:graphicData uri="http://schemas.openxmlformats.org/drawingml/2006/table">
            <a:tbl>
              <a:tblPr firstRow="1" bandRow="1">
                <a:tableStyleId>{5C22544A-7EE6-4342-B048-85BDC9FD1C3A}</a:tableStyleId>
              </a:tblPr>
              <a:tblGrid>
                <a:gridCol w="3391992">
                  <a:extLst>
                    <a:ext uri="{9D8B030D-6E8A-4147-A177-3AD203B41FA5}">
                      <a16:colId xmlns:a16="http://schemas.microsoft.com/office/drawing/2014/main" val="1959425665"/>
                    </a:ext>
                  </a:extLst>
                </a:gridCol>
                <a:gridCol w="1899138">
                  <a:extLst>
                    <a:ext uri="{9D8B030D-6E8A-4147-A177-3AD203B41FA5}">
                      <a16:colId xmlns:a16="http://schemas.microsoft.com/office/drawing/2014/main" val="1037168474"/>
                    </a:ext>
                  </a:extLst>
                </a:gridCol>
                <a:gridCol w="2645565">
                  <a:extLst>
                    <a:ext uri="{9D8B030D-6E8A-4147-A177-3AD203B41FA5}">
                      <a16:colId xmlns:a16="http://schemas.microsoft.com/office/drawing/2014/main" val="2218219451"/>
                    </a:ext>
                  </a:extLst>
                </a:gridCol>
                <a:gridCol w="2645565">
                  <a:extLst>
                    <a:ext uri="{9D8B030D-6E8A-4147-A177-3AD203B41FA5}">
                      <a16:colId xmlns:a16="http://schemas.microsoft.com/office/drawing/2014/main" val="878304667"/>
                    </a:ext>
                  </a:extLst>
                </a:gridCol>
              </a:tblGrid>
              <a:tr h="313103">
                <a:tc>
                  <a:txBody>
                    <a:bodyPr/>
                    <a:lstStyle/>
                    <a:p>
                      <a:endParaRPr lang="en-US"/>
                    </a:p>
                  </a:txBody>
                  <a:tcPr/>
                </a:tc>
                <a:tc>
                  <a:txBody>
                    <a:bodyPr/>
                    <a:lstStyle/>
                    <a:p>
                      <a:r>
                        <a:rPr lang="en-US"/>
                        <a:t>Tile</a:t>
                      </a:r>
                    </a:p>
                  </a:txBody>
                  <a:tcPr/>
                </a:tc>
                <a:tc>
                  <a:txBody>
                    <a:bodyPr/>
                    <a:lstStyle/>
                    <a:p>
                      <a:r>
                        <a:rPr lang="en-US"/>
                        <a:t>FCT</a:t>
                      </a:r>
                    </a:p>
                  </a:txBody>
                  <a:tcPr/>
                </a:tc>
                <a:tc>
                  <a:txBody>
                    <a:bodyPr/>
                    <a:lstStyle/>
                    <a:p>
                      <a:r>
                        <a:rPr lang="en-US"/>
                        <a:t>EMIR</a:t>
                      </a:r>
                    </a:p>
                  </a:txBody>
                  <a:tcPr/>
                </a:tc>
                <a:extLst>
                  <a:ext uri="{0D108BD9-81ED-4DB2-BD59-A6C34878D82A}">
                    <a16:rowId xmlns:a16="http://schemas.microsoft.com/office/drawing/2014/main" val="3305571419"/>
                  </a:ext>
                </a:extLst>
              </a:tr>
              <a:tr h="3461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err="1">
                          <a:hlinkClick r:id="rId2"/>
                        </a:rPr>
                        <a:t>extract_status.csh</a:t>
                      </a:r>
                      <a:endParaRPr lang="en-US" sz="1400" b="0" i="0" kern="120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Extract status of all run </a:t>
                      </a:r>
                      <a:r>
                        <a:rPr lang="en-US" sz="1400" err="1"/>
                        <a:t>dir</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a:t>
                      </a:r>
                    </a:p>
                  </a:txBody>
                  <a:tcPr/>
                </a:tc>
                <a:extLst>
                  <a:ext uri="{0D108BD9-81ED-4DB2-BD59-A6C34878D82A}">
                    <a16:rowId xmlns:a16="http://schemas.microsoft.com/office/drawing/2014/main" val="819856479"/>
                  </a:ext>
                </a:extLst>
              </a:tr>
              <a:tr h="313103">
                <a:tc>
                  <a:txBody>
                    <a:bodyPr/>
                    <a:lstStyle/>
                    <a:p>
                      <a:r>
                        <a:rPr lang="en-US" sz="1400" err="1">
                          <a:hlinkClick r:id="rId3"/>
                        </a:rPr>
                        <a:t>report_runStatus_dir.csh</a:t>
                      </a: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Extract EMIR status under current run</a:t>
                      </a:r>
                    </a:p>
                  </a:txBody>
                  <a:tcPr/>
                </a:tc>
                <a:extLst>
                  <a:ext uri="{0D108BD9-81ED-4DB2-BD59-A6C34878D82A}">
                    <a16:rowId xmlns:a16="http://schemas.microsoft.com/office/drawing/2014/main" val="1708239298"/>
                  </a:ext>
                </a:extLst>
              </a:tr>
              <a:tr h="443563">
                <a:tc>
                  <a:txBody>
                    <a:bodyPr/>
                    <a:lstStyle/>
                    <a:p>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1423664475"/>
                  </a:ext>
                </a:extLst>
              </a:tr>
              <a:tr h="3461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2243910562"/>
                  </a:ext>
                </a:extLst>
              </a:tr>
              <a:tr h="313103">
                <a:tc>
                  <a:txBody>
                    <a:bodyPr/>
                    <a:lstStyle/>
                    <a:p>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2788890699"/>
                  </a:ext>
                </a:extLst>
              </a:tr>
              <a:tr h="346187">
                <a:tc>
                  <a:txBody>
                    <a:bodyPr/>
                    <a:lstStyle/>
                    <a:p>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4193437821"/>
                  </a:ext>
                </a:extLst>
              </a:tr>
              <a:tr h="313103">
                <a:tc>
                  <a:txBody>
                    <a:bodyPr/>
                    <a:lstStyle/>
                    <a:p>
                      <a:endParaRPr lang="en-US" sz="14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2056640400"/>
                  </a:ext>
                </a:extLst>
              </a:tr>
            </a:tbl>
          </a:graphicData>
        </a:graphic>
      </p:graphicFrame>
    </p:spTree>
    <p:extLst>
      <p:ext uri="{BB962C8B-B14F-4D97-AF65-F5344CB8AC3E}">
        <p14:creationId xmlns:p14="http://schemas.microsoft.com/office/powerpoint/2010/main" val="34025718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4342314e-0df4-4b58-84bf-38bed6170a0f}" enabled="1" method="Standard" siteId="{3dd8961f-e488-4e60-8e11-a82d994e183d}" removed="0"/>
</clbl:labelList>
</file>

<file path=docProps/app.xml><?xml version="1.0" encoding="utf-8"?>
<Properties xmlns="http://schemas.openxmlformats.org/officeDocument/2006/extended-properties" xmlns:vt="http://schemas.openxmlformats.org/officeDocument/2006/docPropsVTypes">
  <TotalTime>0</TotalTime>
  <Words>1541</Words>
  <Application>Microsoft Office PowerPoint</Application>
  <PresentationFormat>Widescreen</PresentationFormat>
  <Paragraphs>416</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Calibri Light</vt:lpstr>
      <vt:lpstr>Courier New</vt:lpstr>
      <vt:lpstr>Segoe UI</vt:lpstr>
      <vt:lpstr>Wingdings</vt:lpstr>
      <vt:lpstr>Wingdings 2</vt:lpstr>
      <vt:lpstr>Office Theme</vt:lpstr>
      <vt:lpstr>PD Agent Developer Manual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Chen, Simon (SRDC PD)</dc:creator>
  <cp:lastModifiedBy>Chen, Simon (SRDC PD)</cp:lastModifiedBy>
  <cp:revision>1</cp:revision>
  <dcterms:created xsi:type="dcterms:W3CDTF">2023-08-17T06:12:21Z</dcterms:created>
  <dcterms:modified xsi:type="dcterms:W3CDTF">2024-10-14T03:13:30Z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342314e-0df4-4b58-84bf-38bed6170a0f_Enabled">
    <vt:lpwstr>true</vt:lpwstr>
  </property>
  <property fmtid="{D5CDD505-2E9C-101B-9397-08002B2CF9AE}" pid="3" name="MSIP_Label_4342314e-0df4-4b58-84bf-38bed6170a0f_SetDate">
    <vt:lpwstr>2023-08-17T06:12:32Z</vt:lpwstr>
  </property>
  <property fmtid="{D5CDD505-2E9C-101B-9397-08002B2CF9AE}" pid="4" name="MSIP_Label_4342314e-0df4-4b58-84bf-38bed6170a0f_Method">
    <vt:lpwstr>Standard</vt:lpwstr>
  </property>
  <property fmtid="{D5CDD505-2E9C-101B-9397-08002B2CF9AE}" pid="5" name="MSIP_Label_4342314e-0df4-4b58-84bf-38bed6170a0f_Name">
    <vt:lpwstr>General</vt:lpwstr>
  </property>
  <property fmtid="{D5CDD505-2E9C-101B-9397-08002B2CF9AE}" pid="6" name="MSIP_Label_4342314e-0df4-4b58-84bf-38bed6170a0f_SiteId">
    <vt:lpwstr>3dd8961f-e488-4e60-8e11-a82d994e183d</vt:lpwstr>
  </property>
  <property fmtid="{D5CDD505-2E9C-101B-9397-08002B2CF9AE}" pid="7" name="MSIP_Label_4342314e-0df4-4b58-84bf-38bed6170a0f_ActionId">
    <vt:lpwstr>10c2783a-94b4-4054-92c0-a6710f118386</vt:lpwstr>
  </property>
  <property fmtid="{D5CDD505-2E9C-101B-9397-08002B2CF9AE}" pid="8" name="MSIP_Label_4342314e-0df4-4b58-84bf-38bed6170a0f_ContentBits">
    <vt:lpwstr>1</vt:lpwstr>
  </property>
  <property fmtid="{D5CDD505-2E9C-101B-9397-08002B2CF9AE}" pid="9" name="ClassificationContentMarkingHeaderLocations">
    <vt:lpwstr>Office Theme:8</vt:lpwstr>
  </property>
  <property fmtid="{D5CDD505-2E9C-101B-9397-08002B2CF9AE}" pid="10" name="ClassificationContentMarkingHeaderText">
    <vt:lpwstr>[AMD Official Use Only - General]</vt:lpwstr>
  </property>
</Properties>
</file>